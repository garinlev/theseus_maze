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1" r:id="rId5"/>
    <p:sldId id="263" r:id="rId6"/>
    <p:sldId id="260" r:id="rId7"/>
    <p:sldId id="259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E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>
        <p:scale>
          <a:sx n="50" d="100"/>
          <a:sy n="50" d="100"/>
        </p:scale>
        <p:origin x="747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 Garin" userId="dff945ffe588d945" providerId="LiveId" clId="{77AD326A-0FEE-43F9-BD4E-951009E3BCCB}"/>
    <pc:docChg chg="undo custSel addSld delSld modSld sldOrd">
      <pc:chgData name="Lev Garin" userId="dff945ffe588d945" providerId="LiveId" clId="{77AD326A-0FEE-43F9-BD4E-951009E3BCCB}" dt="2026-05-04T15:11:24.179" v="3017" actId="167"/>
      <pc:docMkLst>
        <pc:docMk/>
      </pc:docMkLst>
      <pc:sldChg chg="modSp mod">
        <pc:chgData name="Lev Garin" userId="dff945ffe588d945" providerId="LiveId" clId="{77AD326A-0FEE-43F9-BD4E-951009E3BCCB}" dt="2026-05-04T13:12:12.902" v="845" actId="27636"/>
        <pc:sldMkLst>
          <pc:docMk/>
          <pc:sldMk cId="3617371943" sldId="256"/>
        </pc:sldMkLst>
        <pc:spChg chg="mod">
          <ac:chgData name="Lev Garin" userId="dff945ffe588d945" providerId="LiveId" clId="{77AD326A-0FEE-43F9-BD4E-951009E3BCCB}" dt="2026-05-04T13:12:12.902" v="845" actId="27636"/>
          <ac:spMkLst>
            <pc:docMk/>
            <pc:sldMk cId="3617371943" sldId="256"/>
            <ac:spMk id="2" creationId="{34552362-F67F-90D4-5321-F42DB460785C}"/>
          </ac:spMkLst>
        </pc:spChg>
      </pc:sldChg>
      <pc:sldChg chg="addSp delSp modSp del">
        <pc:chgData name="Lev Garin" userId="dff945ffe588d945" providerId="LiveId" clId="{77AD326A-0FEE-43F9-BD4E-951009E3BCCB}" dt="2026-05-03T21:35:08.472" v="479" actId="47"/>
        <pc:sldMkLst>
          <pc:docMk/>
          <pc:sldMk cId="769522584" sldId="257"/>
        </pc:sldMkLst>
        <pc:spChg chg="del">
          <ac:chgData name="Lev Garin" userId="dff945ffe588d945" providerId="LiveId" clId="{77AD326A-0FEE-43F9-BD4E-951009E3BCCB}" dt="2026-05-03T21:30:30.750" v="372"/>
          <ac:spMkLst>
            <pc:docMk/>
            <pc:sldMk cId="769522584" sldId="257"/>
            <ac:spMk id="2" creationId="{9A7DDCD3-47AC-9B95-C565-EA50B62BB4D8}"/>
          </ac:spMkLst>
        </pc:spChg>
        <pc:spChg chg="add del mod">
          <ac:chgData name="Lev Garin" userId="dff945ffe588d945" providerId="LiveId" clId="{77AD326A-0FEE-43F9-BD4E-951009E3BCCB}" dt="2026-05-03T21:30:31.475" v="373" actId="478"/>
          <ac:spMkLst>
            <pc:docMk/>
            <pc:sldMk cId="769522584" sldId="257"/>
            <ac:spMk id="4" creationId="{5428346C-832A-8B43-08E0-44E2BC44694A}"/>
          </ac:spMkLst>
        </pc:spChg>
      </pc:sldChg>
      <pc:sldChg chg="del">
        <pc:chgData name="Lev Garin" userId="dff945ffe588d945" providerId="LiveId" clId="{77AD326A-0FEE-43F9-BD4E-951009E3BCCB}" dt="2026-05-04T13:11:59.455" v="811" actId="47"/>
        <pc:sldMkLst>
          <pc:docMk/>
          <pc:sldMk cId="689772575" sldId="258"/>
        </pc:sldMkLst>
      </pc:sldChg>
      <pc:sldChg chg="addSp delSp modSp mod ord modNotesTx">
        <pc:chgData name="Lev Garin" userId="dff945ffe588d945" providerId="LiveId" clId="{77AD326A-0FEE-43F9-BD4E-951009E3BCCB}" dt="2026-05-04T15:00:33.337" v="2784" actId="1076"/>
        <pc:sldMkLst>
          <pc:docMk/>
          <pc:sldMk cId="2585280110" sldId="259"/>
        </pc:sldMkLst>
        <pc:spChg chg="add del mod">
          <ac:chgData name="Lev Garin" userId="dff945ffe588d945" providerId="LiveId" clId="{77AD326A-0FEE-43F9-BD4E-951009E3BCCB}" dt="2026-05-04T14:57:06.503" v="2667" actId="478"/>
          <ac:spMkLst>
            <pc:docMk/>
            <pc:sldMk cId="2585280110" sldId="259"/>
            <ac:spMk id="3" creationId="{9AA7B8A0-8DC9-248E-31FF-685301C73338}"/>
          </ac:spMkLst>
        </pc:spChg>
        <pc:spChg chg="add del mod">
          <ac:chgData name="Lev Garin" userId="dff945ffe588d945" providerId="LiveId" clId="{77AD326A-0FEE-43F9-BD4E-951009E3BCCB}" dt="2026-05-04T14:58:06.840" v="2690" actId="478"/>
          <ac:spMkLst>
            <pc:docMk/>
            <pc:sldMk cId="2585280110" sldId="259"/>
            <ac:spMk id="6" creationId="{7AA5A8A8-3C00-E2F3-3EAC-C5E5EB46414F}"/>
          </ac:spMkLst>
        </pc:spChg>
        <pc:spChg chg="add del mod">
          <ac:chgData name="Lev Garin" userId="dff945ffe588d945" providerId="LiveId" clId="{77AD326A-0FEE-43F9-BD4E-951009E3BCCB}" dt="2026-05-04T14:58:03.576" v="2689" actId="478"/>
          <ac:spMkLst>
            <pc:docMk/>
            <pc:sldMk cId="2585280110" sldId="259"/>
            <ac:spMk id="9" creationId="{54EE3468-B6DF-0127-C102-3F8D90AC442D}"/>
          </ac:spMkLst>
        </pc:spChg>
        <pc:spChg chg="add del mod">
          <ac:chgData name="Lev Garin" userId="dff945ffe588d945" providerId="LiveId" clId="{77AD326A-0FEE-43F9-BD4E-951009E3BCCB}" dt="2026-05-04T14:59:00.291" v="2715" actId="478"/>
          <ac:spMkLst>
            <pc:docMk/>
            <pc:sldMk cId="2585280110" sldId="259"/>
            <ac:spMk id="10" creationId="{8D5380D5-D502-13C0-733D-E2B38F4D5AD1}"/>
          </ac:spMkLst>
        </pc:spChg>
        <pc:spChg chg="add del mod">
          <ac:chgData name="Lev Garin" userId="dff945ffe588d945" providerId="LiveId" clId="{77AD326A-0FEE-43F9-BD4E-951009E3BCCB}" dt="2026-05-04T14:57:33.765" v="2681" actId="478"/>
          <ac:spMkLst>
            <pc:docMk/>
            <pc:sldMk cId="2585280110" sldId="259"/>
            <ac:spMk id="12" creationId="{EB41F6A3-2C1F-0432-C0EE-5E14D3865C15}"/>
          </ac:spMkLst>
        </pc:spChg>
        <pc:spChg chg="del mod">
          <ac:chgData name="Lev Garin" userId="dff945ffe588d945" providerId="LiveId" clId="{77AD326A-0FEE-43F9-BD4E-951009E3BCCB}" dt="2026-05-04T14:57:39.334" v="2682" actId="478"/>
          <ac:spMkLst>
            <pc:docMk/>
            <pc:sldMk cId="2585280110" sldId="259"/>
            <ac:spMk id="13" creationId="{8FAA02D0-8CD5-7EEC-298E-5CD8EED1D180}"/>
          </ac:spMkLst>
        </pc:spChg>
        <pc:spChg chg="add mod">
          <ac:chgData name="Lev Garin" userId="dff945ffe588d945" providerId="LiveId" clId="{77AD326A-0FEE-43F9-BD4E-951009E3BCCB}" dt="2026-05-04T14:59:13.810" v="2720" actId="1076"/>
          <ac:spMkLst>
            <pc:docMk/>
            <pc:sldMk cId="2585280110" sldId="259"/>
            <ac:spMk id="16" creationId="{FCC19656-698A-547A-35B4-8BD103A36820}"/>
          </ac:spMkLst>
        </pc:spChg>
        <pc:spChg chg="mod">
          <ac:chgData name="Lev Garin" userId="dff945ffe588d945" providerId="LiveId" clId="{77AD326A-0FEE-43F9-BD4E-951009E3BCCB}" dt="2026-05-04T15:00:33.337" v="2784" actId="1076"/>
          <ac:spMkLst>
            <pc:docMk/>
            <pc:sldMk cId="2585280110" sldId="259"/>
            <ac:spMk id="17" creationId="{C97A1DE8-C1F7-D0F9-20EE-82885D58A5F3}"/>
          </ac:spMkLst>
        </pc:spChg>
        <pc:spChg chg="del mod">
          <ac:chgData name="Lev Garin" userId="dff945ffe588d945" providerId="LiveId" clId="{77AD326A-0FEE-43F9-BD4E-951009E3BCCB}" dt="2026-05-04T14:58:36.879" v="2700" actId="478"/>
          <ac:spMkLst>
            <pc:docMk/>
            <pc:sldMk cId="2585280110" sldId="259"/>
            <ac:spMk id="20" creationId="{814AD801-51A7-7FF5-EC05-95E08CC02DBE}"/>
          </ac:spMkLst>
        </pc:spChg>
        <pc:spChg chg="mod">
          <ac:chgData name="Lev Garin" userId="dff945ffe588d945" providerId="LiveId" clId="{77AD326A-0FEE-43F9-BD4E-951009E3BCCB}" dt="2026-05-04T14:59:08.687" v="2718" actId="1076"/>
          <ac:spMkLst>
            <pc:docMk/>
            <pc:sldMk cId="2585280110" sldId="259"/>
            <ac:spMk id="21" creationId="{08CAD51A-5D9D-9BB6-BE81-C39FEA92ED7B}"/>
          </ac:spMkLst>
        </pc:spChg>
        <pc:picChg chg="mod">
          <ac:chgData name="Lev Garin" userId="dff945ffe588d945" providerId="LiveId" clId="{77AD326A-0FEE-43F9-BD4E-951009E3BCCB}" dt="2026-05-04T14:58:25.642" v="2696" actId="1076"/>
          <ac:picMkLst>
            <pc:docMk/>
            <pc:sldMk cId="2585280110" sldId="259"/>
            <ac:picMk id="14" creationId="{CBA734C2-450F-3826-140B-3EA794B80EF0}"/>
          </ac:picMkLst>
        </pc:picChg>
        <pc:picChg chg="add del mod">
          <ac:chgData name="Lev Garin" userId="dff945ffe588d945" providerId="LiveId" clId="{77AD326A-0FEE-43F9-BD4E-951009E3BCCB}" dt="2026-05-04T14:59:06.664" v="2717" actId="1076"/>
          <ac:picMkLst>
            <pc:docMk/>
            <pc:sldMk cId="2585280110" sldId="259"/>
            <ac:picMk id="15" creationId="{1FB26283-5A5A-6FEE-9DDB-B69E9BE6DC89}"/>
          </ac:picMkLst>
        </pc:picChg>
      </pc:sldChg>
      <pc:sldChg chg="addSp delSp modSp mod modNotesTx">
        <pc:chgData name="Lev Garin" userId="dff945ffe588d945" providerId="LiveId" clId="{77AD326A-0FEE-43F9-BD4E-951009E3BCCB}" dt="2026-05-04T14:59:35.070" v="2721" actId="1076"/>
        <pc:sldMkLst>
          <pc:docMk/>
          <pc:sldMk cId="168749935" sldId="260"/>
        </pc:sldMkLst>
        <pc:spChg chg="del mod">
          <ac:chgData name="Lev Garin" userId="dff945ffe588d945" providerId="LiveId" clId="{77AD326A-0FEE-43F9-BD4E-951009E3BCCB}" dt="2026-05-04T14:53:04.448" v="2372" actId="478"/>
          <ac:spMkLst>
            <pc:docMk/>
            <pc:sldMk cId="168749935" sldId="260"/>
            <ac:spMk id="3" creationId="{1B7193D3-DABF-1599-83BC-65CAC4E6AB63}"/>
          </ac:spMkLst>
        </pc:spChg>
        <pc:spChg chg="add del mod">
          <ac:chgData name="Lev Garin" userId="dff945ffe588d945" providerId="LiveId" clId="{77AD326A-0FEE-43F9-BD4E-951009E3BCCB}" dt="2026-05-04T14:52:47.775" v="2370" actId="478"/>
          <ac:spMkLst>
            <pc:docMk/>
            <pc:sldMk cId="168749935" sldId="260"/>
            <ac:spMk id="5" creationId="{D7BCC8FB-16EA-F849-3E15-31A5EE6083E9}"/>
          </ac:spMkLst>
        </pc:spChg>
        <pc:spChg chg="mod">
          <ac:chgData name="Lev Garin" userId="dff945ffe588d945" providerId="LiveId" clId="{77AD326A-0FEE-43F9-BD4E-951009E3BCCB}" dt="2026-05-04T14:59:35.070" v="2721" actId="1076"/>
          <ac:spMkLst>
            <pc:docMk/>
            <pc:sldMk cId="168749935" sldId="260"/>
            <ac:spMk id="6" creationId="{26E38C4B-21FE-B28B-8FA7-B5580ECB776F}"/>
          </ac:spMkLst>
        </pc:spChg>
        <pc:spChg chg="del">
          <ac:chgData name="Lev Garin" userId="dff945ffe588d945" providerId="LiveId" clId="{77AD326A-0FEE-43F9-BD4E-951009E3BCCB}" dt="2026-05-04T14:52:54.063" v="2371" actId="478"/>
          <ac:spMkLst>
            <pc:docMk/>
            <pc:sldMk cId="168749935" sldId="260"/>
            <ac:spMk id="8" creationId="{E62A5E29-FE26-B124-3692-D7C35435A7CB}"/>
          </ac:spMkLst>
        </pc:spChg>
        <pc:spChg chg="add del mod">
          <ac:chgData name="Lev Garin" userId="dff945ffe588d945" providerId="LiveId" clId="{77AD326A-0FEE-43F9-BD4E-951009E3BCCB}" dt="2026-05-04T14:53:28.951" v="2377" actId="478"/>
          <ac:spMkLst>
            <pc:docMk/>
            <pc:sldMk cId="168749935" sldId="260"/>
            <ac:spMk id="10" creationId="{59830707-B0FA-A799-422B-A34B94FF3DA4}"/>
          </ac:spMkLst>
        </pc:spChg>
        <pc:spChg chg="add del mod">
          <ac:chgData name="Lev Garin" userId="dff945ffe588d945" providerId="LiveId" clId="{77AD326A-0FEE-43F9-BD4E-951009E3BCCB}" dt="2026-05-04T14:53:26.311" v="2376" actId="478"/>
          <ac:spMkLst>
            <pc:docMk/>
            <pc:sldMk cId="168749935" sldId="260"/>
            <ac:spMk id="13" creationId="{6073D759-434A-E0A7-BF3D-E40699D95DAF}"/>
          </ac:spMkLst>
        </pc:spChg>
        <pc:spChg chg="del">
          <ac:chgData name="Lev Garin" userId="dff945ffe588d945" providerId="LiveId" clId="{77AD326A-0FEE-43F9-BD4E-951009E3BCCB}" dt="2026-05-04T14:52:44.440" v="2369" actId="478"/>
          <ac:spMkLst>
            <pc:docMk/>
            <pc:sldMk cId="168749935" sldId="260"/>
            <ac:spMk id="15" creationId="{DF8303C8-914D-FEFC-3CC6-F3334FF4F2F9}"/>
          </ac:spMkLst>
        </pc:spChg>
        <pc:spChg chg="mod">
          <ac:chgData name="Lev Garin" userId="dff945ffe588d945" providerId="LiveId" clId="{77AD326A-0FEE-43F9-BD4E-951009E3BCCB}" dt="2026-05-04T14:53:53.063" v="2459" actId="1035"/>
          <ac:spMkLst>
            <pc:docMk/>
            <pc:sldMk cId="168749935" sldId="260"/>
            <ac:spMk id="28" creationId="{9E4B3AB0-30FA-C876-F261-F193046DFE2F}"/>
          </ac:spMkLst>
        </pc:spChg>
        <pc:spChg chg="mod">
          <ac:chgData name="Lev Garin" userId="dff945ffe588d945" providerId="LiveId" clId="{77AD326A-0FEE-43F9-BD4E-951009E3BCCB}" dt="2026-05-04T14:53:53.063" v="2459" actId="1035"/>
          <ac:spMkLst>
            <pc:docMk/>
            <pc:sldMk cId="168749935" sldId="260"/>
            <ac:spMk id="31" creationId="{6DD65984-7D93-A4F4-262C-3F347E49C638}"/>
          </ac:spMkLst>
        </pc:spChg>
        <pc:spChg chg="mod">
          <ac:chgData name="Lev Garin" userId="dff945ffe588d945" providerId="LiveId" clId="{77AD326A-0FEE-43F9-BD4E-951009E3BCCB}" dt="2026-05-04T14:54:05.226" v="2497" actId="1036"/>
          <ac:spMkLst>
            <pc:docMk/>
            <pc:sldMk cId="168749935" sldId="260"/>
            <ac:spMk id="38" creationId="{2B88838C-8138-6FCD-EA1A-ECB0166E7757}"/>
          </ac:spMkLst>
        </pc:spChg>
        <pc:spChg chg="mod">
          <ac:chgData name="Lev Garin" userId="dff945ffe588d945" providerId="LiveId" clId="{77AD326A-0FEE-43F9-BD4E-951009E3BCCB}" dt="2026-05-04T14:54:05.226" v="2497" actId="1036"/>
          <ac:spMkLst>
            <pc:docMk/>
            <pc:sldMk cId="168749935" sldId="260"/>
            <ac:spMk id="41" creationId="{C5A6E00E-43B2-66C5-E10C-7431BE4E0251}"/>
          </ac:spMkLst>
        </pc:spChg>
        <pc:picChg chg="mod">
          <ac:chgData name="Lev Garin" userId="dff945ffe588d945" providerId="LiveId" clId="{77AD326A-0FEE-43F9-BD4E-951009E3BCCB}" dt="2026-05-04T14:53:36.241" v="2396" actId="1036"/>
          <ac:picMkLst>
            <pc:docMk/>
            <pc:sldMk cId="168749935" sldId="260"/>
            <ac:picMk id="25" creationId="{ADB71276-004B-443F-ADA2-23651299DD0D}"/>
          </ac:picMkLst>
        </pc:picChg>
        <pc:picChg chg="mod">
          <ac:chgData name="Lev Garin" userId="dff945ffe588d945" providerId="LiveId" clId="{77AD326A-0FEE-43F9-BD4E-951009E3BCCB}" dt="2026-05-04T14:53:53.063" v="2459" actId="1035"/>
          <ac:picMkLst>
            <pc:docMk/>
            <pc:sldMk cId="168749935" sldId="260"/>
            <ac:picMk id="27" creationId="{DDB6F6B5-23AC-C41F-9862-59B67BF76CDA}"/>
          </ac:picMkLst>
        </pc:picChg>
        <pc:picChg chg="mod">
          <ac:chgData name="Lev Garin" userId="dff945ffe588d945" providerId="LiveId" clId="{77AD326A-0FEE-43F9-BD4E-951009E3BCCB}" dt="2026-05-04T14:53:53.063" v="2459" actId="1035"/>
          <ac:picMkLst>
            <pc:docMk/>
            <pc:sldMk cId="168749935" sldId="260"/>
            <ac:picMk id="30" creationId="{0ABC6804-2EFF-49EB-1BFE-9D12C620B653}"/>
          </ac:picMkLst>
        </pc:picChg>
        <pc:picChg chg="mod">
          <ac:chgData name="Lev Garin" userId="dff945ffe588d945" providerId="LiveId" clId="{77AD326A-0FEE-43F9-BD4E-951009E3BCCB}" dt="2026-05-04T14:54:05.226" v="2497" actId="1036"/>
          <ac:picMkLst>
            <pc:docMk/>
            <pc:sldMk cId="168749935" sldId="260"/>
            <ac:picMk id="37" creationId="{B316C328-5CDF-CE49-EC1D-705FAD149FC9}"/>
          </ac:picMkLst>
        </pc:picChg>
        <pc:picChg chg="mod">
          <ac:chgData name="Lev Garin" userId="dff945ffe588d945" providerId="LiveId" clId="{77AD326A-0FEE-43F9-BD4E-951009E3BCCB}" dt="2026-05-04T14:54:05.226" v="2497" actId="1036"/>
          <ac:picMkLst>
            <pc:docMk/>
            <pc:sldMk cId="168749935" sldId="260"/>
            <ac:picMk id="40" creationId="{3A04B501-76FC-92F8-2400-166477B65A6F}"/>
          </ac:picMkLst>
        </pc:picChg>
      </pc:sldChg>
      <pc:sldChg chg="addSp delSp modSp del mod">
        <pc:chgData name="Lev Garin" userId="dff945ffe588d945" providerId="LiveId" clId="{77AD326A-0FEE-43F9-BD4E-951009E3BCCB}" dt="2026-05-04T15:09:10.484" v="2984" actId="47"/>
        <pc:sldMkLst>
          <pc:docMk/>
          <pc:sldMk cId="2473215301" sldId="261"/>
        </pc:sldMkLst>
        <pc:spChg chg="add mod">
          <ac:chgData name="Lev Garin" userId="dff945ffe588d945" providerId="LiveId" clId="{77AD326A-0FEE-43F9-BD4E-951009E3BCCB}" dt="2026-05-04T15:03:51.773" v="2848" actId="21"/>
          <ac:spMkLst>
            <pc:docMk/>
            <pc:sldMk cId="2473215301" sldId="261"/>
            <ac:spMk id="3" creationId="{916638EA-4B78-0A6B-0D20-6E5C7DCC7522}"/>
          </ac:spMkLst>
        </pc:spChg>
        <pc:spChg chg="mod">
          <ac:chgData name="Lev Garin" userId="dff945ffe588d945" providerId="LiveId" clId="{77AD326A-0FEE-43F9-BD4E-951009E3BCCB}" dt="2026-05-04T15:08:01.033" v="2970" actId="20577"/>
          <ac:spMkLst>
            <pc:docMk/>
            <pc:sldMk cId="2473215301" sldId="261"/>
            <ac:spMk id="12" creationId="{EB41F6A3-2C1F-0432-C0EE-5E14D3865C15}"/>
          </ac:spMkLst>
        </pc:spChg>
        <pc:picChg chg="del">
          <ac:chgData name="Lev Garin" userId="dff945ffe588d945" providerId="LiveId" clId="{77AD326A-0FEE-43F9-BD4E-951009E3BCCB}" dt="2026-05-04T15:03:51.773" v="2848" actId="21"/>
          <ac:picMkLst>
            <pc:docMk/>
            <pc:sldMk cId="2473215301" sldId="261"/>
            <ac:picMk id="9" creationId="{FC7AB9EC-4408-15F4-DC2C-C8606ED6D5A5}"/>
          </ac:picMkLst>
        </pc:picChg>
      </pc:sldChg>
      <pc:sldChg chg="modSp add del mod">
        <pc:chgData name="Lev Garin" userId="dff945ffe588d945" providerId="LiveId" clId="{77AD326A-0FEE-43F9-BD4E-951009E3BCCB}" dt="2026-05-04T15:09:12.796" v="2985" actId="47"/>
        <pc:sldMkLst>
          <pc:docMk/>
          <pc:sldMk cId="1569813010" sldId="262"/>
        </pc:sldMkLst>
        <pc:spChg chg="mod">
          <ac:chgData name="Lev Garin" userId="dff945ffe588d945" providerId="LiveId" clId="{77AD326A-0FEE-43F9-BD4E-951009E3BCCB}" dt="2026-05-03T21:35:53.247" v="494" actId="1076"/>
          <ac:spMkLst>
            <pc:docMk/>
            <pc:sldMk cId="1569813010" sldId="262"/>
            <ac:spMk id="17" creationId="{C97A1DE8-C1F7-D0F9-20EE-82885D58A5F3}"/>
          </ac:spMkLst>
        </pc:spChg>
        <pc:picChg chg="mod">
          <ac:chgData name="Lev Garin" userId="dff945ffe588d945" providerId="LiveId" clId="{77AD326A-0FEE-43F9-BD4E-951009E3BCCB}" dt="2026-05-04T15:02:04.610" v="2828" actId="1076"/>
          <ac:picMkLst>
            <pc:docMk/>
            <pc:sldMk cId="1569813010" sldId="262"/>
            <ac:picMk id="10" creationId="{FE557068-0D9B-7A38-24E4-7CD81C11FF12}"/>
          </ac:picMkLst>
        </pc:picChg>
        <pc:picChg chg="mod">
          <ac:chgData name="Lev Garin" userId="dff945ffe588d945" providerId="LiveId" clId="{77AD326A-0FEE-43F9-BD4E-951009E3BCCB}" dt="2026-05-04T15:02:00.702" v="2827" actId="1076"/>
          <ac:picMkLst>
            <pc:docMk/>
            <pc:sldMk cId="1569813010" sldId="262"/>
            <ac:picMk id="15" creationId="{70D8FF36-E28F-7375-F2CC-651D2D41F7E5}"/>
          </ac:picMkLst>
        </pc:picChg>
      </pc:sldChg>
      <pc:sldChg chg="addSp delSp modSp add mod ord setBg modNotesTx">
        <pc:chgData name="Lev Garin" userId="dff945ffe588d945" providerId="LiveId" clId="{77AD326A-0FEE-43F9-BD4E-951009E3BCCB}" dt="2026-05-04T15:07:11.079" v="2957" actId="1038"/>
        <pc:sldMkLst>
          <pc:docMk/>
          <pc:sldMk cId="16321967" sldId="263"/>
        </pc:sldMkLst>
        <pc:spChg chg="add del mod">
          <ac:chgData name="Lev Garin" userId="dff945ffe588d945" providerId="LiveId" clId="{77AD326A-0FEE-43F9-BD4E-951009E3BCCB}" dt="2026-05-04T14:43:42.452" v="2163" actId="478"/>
          <ac:spMkLst>
            <pc:docMk/>
            <pc:sldMk cId="16321967" sldId="263"/>
            <ac:spMk id="3" creationId="{7B714BC7-E58C-EFE4-F54F-C4C4ABE52F49}"/>
          </ac:spMkLst>
        </pc:spChg>
        <pc:spChg chg="mod">
          <ac:chgData name="Lev Garin" userId="dff945ffe588d945" providerId="LiveId" clId="{77AD326A-0FEE-43F9-BD4E-951009E3BCCB}" dt="2026-05-04T14:50:55.225" v="2341" actId="1076"/>
          <ac:spMkLst>
            <pc:docMk/>
            <pc:sldMk cId="16321967" sldId="263"/>
            <ac:spMk id="4" creationId="{F5DBCA87-DF4F-BC65-EC96-062DC3F212A2}"/>
          </ac:spMkLst>
        </pc:spChg>
        <pc:spChg chg="add mod">
          <ac:chgData name="Lev Garin" userId="dff945ffe588d945" providerId="LiveId" clId="{77AD326A-0FEE-43F9-BD4E-951009E3BCCB}" dt="2026-05-04T15:07:11.079" v="2957" actId="1038"/>
          <ac:spMkLst>
            <pc:docMk/>
            <pc:sldMk cId="16321967" sldId="263"/>
            <ac:spMk id="5" creationId="{1D48B7A1-1C8C-4597-A5A3-26BABFED7D98}"/>
          </ac:spMkLst>
        </pc:spChg>
        <pc:spChg chg="add del mod">
          <ac:chgData name="Lev Garin" userId="dff945ffe588d945" providerId="LiveId" clId="{77AD326A-0FEE-43F9-BD4E-951009E3BCCB}" dt="2026-05-04T14:46:09.390" v="2232" actId="478"/>
          <ac:spMkLst>
            <pc:docMk/>
            <pc:sldMk cId="16321967" sldId="263"/>
            <ac:spMk id="10" creationId="{D6869AA7-CD9D-F3DC-4764-36404119F6E7}"/>
          </ac:spMkLst>
        </pc:spChg>
        <pc:spChg chg="del mod">
          <ac:chgData name="Lev Garin" userId="dff945ffe588d945" providerId="LiveId" clId="{77AD326A-0FEE-43F9-BD4E-951009E3BCCB}" dt="2026-05-04T14:43:45.153" v="2164" actId="478"/>
          <ac:spMkLst>
            <pc:docMk/>
            <pc:sldMk cId="16321967" sldId="263"/>
            <ac:spMk id="12" creationId="{EB41F6A3-2C1F-0432-C0EE-5E14D3865C15}"/>
          </ac:spMkLst>
        </pc:spChg>
        <pc:spChg chg="del">
          <ac:chgData name="Lev Garin" userId="dff945ffe588d945" providerId="LiveId" clId="{77AD326A-0FEE-43F9-BD4E-951009E3BCCB}" dt="2026-05-03T21:20:21.443" v="9" actId="478"/>
          <ac:spMkLst>
            <pc:docMk/>
            <pc:sldMk cId="16321967" sldId="263"/>
            <ac:spMk id="13" creationId="{8FAA02D0-8CD5-7EEC-298E-5CD8EED1D180}"/>
          </ac:spMkLst>
        </pc:spChg>
        <pc:spChg chg="add del mod">
          <ac:chgData name="Lev Garin" userId="dff945ffe588d945" providerId="LiveId" clId="{77AD326A-0FEE-43F9-BD4E-951009E3BCCB}" dt="2026-05-04T14:46:06.621" v="2231" actId="478"/>
          <ac:spMkLst>
            <pc:docMk/>
            <pc:sldMk cId="16321967" sldId="263"/>
            <ac:spMk id="14" creationId="{94660B89-BCBC-36F4-D83B-69D92DEFA939}"/>
          </ac:spMkLst>
        </pc:spChg>
        <pc:spChg chg="add mod">
          <ac:chgData name="Lev Garin" userId="dff945ffe588d945" providerId="LiveId" clId="{77AD326A-0FEE-43F9-BD4E-951009E3BCCB}" dt="2026-05-04T15:07:11.079" v="2957" actId="1038"/>
          <ac:spMkLst>
            <pc:docMk/>
            <pc:sldMk cId="16321967" sldId="263"/>
            <ac:spMk id="15" creationId="{6AB3CDF2-34B2-0E56-3105-B5EDE416B7FA}"/>
          </ac:spMkLst>
        </pc:spChg>
        <pc:spChg chg="del mod">
          <ac:chgData name="Lev Garin" userId="dff945ffe588d945" providerId="LiveId" clId="{77AD326A-0FEE-43F9-BD4E-951009E3BCCB}" dt="2026-05-04T14:42:44.431" v="2156" actId="478"/>
          <ac:spMkLst>
            <pc:docMk/>
            <pc:sldMk cId="16321967" sldId="263"/>
            <ac:spMk id="17" creationId="{C97A1DE8-C1F7-D0F9-20EE-82885D58A5F3}"/>
          </ac:spMkLst>
        </pc:spChg>
        <pc:spChg chg="del">
          <ac:chgData name="Lev Garin" userId="dff945ffe588d945" providerId="LiveId" clId="{77AD326A-0FEE-43F9-BD4E-951009E3BCCB}" dt="2026-05-03T21:20:21.443" v="9" actId="478"/>
          <ac:spMkLst>
            <pc:docMk/>
            <pc:sldMk cId="16321967" sldId="263"/>
            <ac:spMk id="20" creationId="{814AD801-51A7-7FF5-EC05-95E08CC02DBE}"/>
          </ac:spMkLst>
        </pc:spChg>
        <pc:spChg chg="del">
          <ac:chgData name="Lev Garin" userId="dff945ffe588d945" providerId="LiveId" clId="{77AD326A-0FEE-43F9-BD4E-951009E3BCCB}" dt="2026-05-03T21:20:18.916" v="8" actId="478"/>
          <ac:spMkLst>
            <pc:docMk/>
            <pc:sldMk cId="16321967" sldId="263"/>
            <ac:spMk id="21" creationId="{08CAD51A-5D9D-9BB6-BE81-C39FEA92ED7B}"/>
          </ac:spMkLst>
        </pc:spChg>
        <pc:spChg chg="add del mod">
          <ac:chgData name="Lev Garin" userId="dff945ffe588d945" providerId="LiveId" clId="{77AD326A-0FEE-43F9-BD4E-951009E3BCCB}" dt="2026-05-04T14:47:48.951" v="2278" actId="478"/>
          <ac:spMkLst>
            <pc:docMk/>
            <pc:sldMk cId="16321967" sldId="263"/>
            <ac:spMk id="22" creationId="{980565DC-08D4-9542-3E25-350A8CFB30D0}"/>
          </ac:spMkLst>
        </pc:spChg>
        <pc:spChg chg="add mod">
          <ac:chgData name="Lev Garin" userId="dff945ffe588d945" providerId="LiveId" clId="{77AD326A-0FEE-43F9-BD4E-951009E3BCCB}" dt="2026-05-04T15:07:11.079" v="2957" actId="1038"/>
          <ac:spMkLst>
            <pc:docMk/>
            <pc:sldMk cId="16321967" sldId="263"/>
            <ac:spMk id="23" creationId="{4743F78F-DAF6-7C98-0A85-25287BA1207D}"/>
          </ac:spMkLst>
        </pc:spChg>
        <pc:spChg chg="add mod">
          <ac:chgData name="Lev Garin" userId="dff945ffe588d945" providerId="LiveId" clId="{77AD326A-0FEE-43F9-BD4E-951009E3BCCB}" dt="2026-05-04T15:07:11.079" v="2957" actId="1038"/>
          <ac:spMkLst>
            <pc:docMk/>
            <pc:sldMk cId="16321967" sldId="263"/>
            <ac:spMk id="24" creationId="{7A6CFCFB-6784-1E99-76E0-5CAB920A56F3}"/>
          </ac:spMkLst>
        </pc:spChg>
        <pc:picChg chg="add del mod">
          <ac:chgData name="Lev Garin" userId="dff945ffe588d945" providerId="LiveId" clId="{77AD326A-0FEE-43F9-BD4E-951009E3BCCB}" dt="2026-05-04T14:47:26.539" v="2275" actId="478"/>
          <ac:picMkLst>
            <pc:docMk/>
            <pc:sldMk cId="16321967" sldId="263"/>
            <ac:picMk id="6" creationId="{9C4FE526-6FF5-FC00-0F95-B4B15330D5F3}"/>
          </ac:picMkLst>
        </pc:picChg>
        <pc:picChg chg="del">
          <ac:chgData name="Lev Garin" userId="dff945ffe588d945" providerId="LiveId" clId="{77AD326A-0FEE-43F9-BD4E-951009E3BCCB}" dt="2026-05-04T14:50:51.319" v="2339" actId="478"/>
          <ac:picMkLst>
            <pc:docMk/>
            <pc:sldMk cId="16321967" sldId="263"/>
            <ac:picMk id="7" creationId="{09C3587D-B469-18B0-157D-9291035AF357}"/>
          </ac:picMkLst>
        </pc:picChg>
        <pc:picChg chg="add del mod">
          <ac:chgData name="Lev Garin" userId="dff945ffe588d945" providerId="LiveId" clId="{77AD326A-0FEE-43F9-BD4E-951009E3BCCB}" dt="2026-05-04T14:47:25.683" v="2274" actId="478"/>
          <ac:picMkLst>
            <pc:docMk/>
            <pc:sldMk cId="16321967" sldId="263"/>
            <ac:picMk id="9" creationId="{05B2B294-03BB-531A-747F-D90ED09F1323}"/>
          </ac:picMkLst>
        </pc:picChg>
        <pc:picChg chg="mod">
          <ac:chgData name="Lev Garin" userId="dff945ffe588d945" providerId="LiveId" clId="{77AD326A-0FEE-43F9-BD4E-951009E3BCCB}" dt="2026-05-04T14:50:57.975" v="2342" actId="1076"/>
          <ac:picMkLst>
            <pc:docMk/>
            <pc:sldMk cId="16321967" sldId="263"/>
            <ac:picMk id="11" creationId="{715363FF-A57D-433C-8C23-B34B38FEC054}"/>
          </ac:picMkLst>
        </pc:picChg>
        <pc:picChg chg="del">
          <ac:chgData name="Lev Garin" userId="dff945ffe588d945" providerId="LiveId" clId="{77AD326A-0FEE-43F9-BD4E-951009E3BCCB}" dt="2026-05-03T21:20:16.242" v="7" actId="478"/>
          <ac:picMkLst>
            <pc:docMk/>
            <pc:sldMk cId="16321967" sldId="263"/>
            <ac:picMk id="14" creationId="{CBA734C2-450F-3826-140B-3EA794B80EF0}"/>
          </ac:picMkLst>
        </pc:picChg>
        <pc:picChg chg="del">
          <ac:chgData name="Lev Garin" userId="dff945ffe588d945" providerId="LiveId" clId="{77AD326A-0FEE-43F9-BD4E-951009E3BCCB}" dt="2026-05-03T21:20:15.269" v="6" actId="478"/>
          <ac:picMkLst>
            <pc:docMk/>
            <pc:sldMk cId="16321967" sldId="263"/>
            <ac:picMk id="15" creationId="{1FB26283-5A5A-6FEE-9DDB-B69E9BE6DC89}"/>
          </ac:picMkLst>
        </pc:picChg>
        <pc:picChg chg="add mod modCrop">
          <ac:chgData name="Lev Garin" userId="dff945ffe588d945" providerId="LiveId" clId="{77AD326A-0FEE-43F9-BD4E-951009E3BCCB}" dt="2026-05-04T14:51:06.088" v="2343" actId="1076"/>
          <ac:picMkLst>
            <pc:docMk/>
            <pc:sldMk cId="16321967" sldId="263"/>
            <ac:picMk id="27" creationId="{36FD2B1F-93D2-2E5C-33C8-2F7C82D6D2C7}"/>
          </ac:picMkLst>
        </pc:picChg>
        <pc:picChg chg="add del mod">
          <ac:chgData name="Lev Garin" userId="dff945ffe588d945" providerId="LiveId" clId="{77AD326A-0FEE-43F9-BD4E-951009E3BCCB}" dt="2026-05-03T21:26:23.292" v="357" actId="478"/>
          <ac:picMkLst>
            <pc:docMk/>
            <pc:sldMk cId="16321967" sldId="263"/>
            <ac:picMk id="1026" creationId="{D2F277AD-27DD-2A11-7E5D-050CA14E3D38}"/>
          </ac:picMkLst>
        </pc:picChg>
        <pc:cxnChg chg="add del">
          <ac:chgData name="Lev Garin" userId="dff945ffe588d945" providerId="LiveId" clId="{77AD326A-0FEE-43F9-BD4E-951009E3BCCB}" dt="2026-05-04T14:47:00.925" v="2269" actId="478"/>
          <ac:cxnSpMkLst>
            <pc:docMk/>
            <pc:sldMk cId="16321967" sldId="263"/>
            <ac:cxnSpMk id="18" creationId="{E1C06DDA-C7C3-691B-DD68-8E7C76BE5824}"/>
          </ac:cxnSpMkLst>
        </pc:cxnChg>
        <pc:cxnChg chg="add mod">
          <ac:chgData name="Lev Garin" userId="dff945ffe588d945" providerId="LiveId" clId="{77AD326A-0FEE-43F9-BD4E-951009E3BCCB}" dt="2026-05-04T15:07:11.079" v="2957" actId="1038"/>
          <ac:cxnSpMkLst>
            <pc:docMk/>
            <pc:sldMk cId="16321967" sldId="263"/>
            <ac:cxnSpMk id="19" creationId="{2F71D96C-F2D3-74A3-1DAE-9116A5034A30}"/>
          </ac:cxnSpMkLst>
        </pc:cxnChg>
      </pc:sldChg>
      <pc:sldChg chg="addSp delSp modSp add mod ord setBg modNotesTx">
        <pc:chgData name="Lev Garin" userId="dff945ffe588d945" providerId="LiveId" clId="{77AD326A-0FEE-43F9-BD4E-951009E3BCCB}" dt="2026-05-04T15:07:48.634" v="2966" actId="1076"/>
        <pc:sldMkLst>
          <pc:docMk/>
          <pc:sldMk cId="1552411792" sldId="264"/>
        </pc:sldMkLst>
        <pc:spChg chg="del mod">
          <ac:chgData name="Lev Garin" userId="dff945ffe588d945" providerId="LiveId" clId="{77AD326A-0FEE-43F9-BD4E-951009E3BCCB}" dt="2026-05-04T15:01:13.279" v="2789" actId="478"/>
          <ac:spMkLst>
            <pc:docMk/>
            <pc:sldMk cId="1552411792" sldId="264"/>
            <ac:spMk id="3" creationId="{A7AC4BBF-6B59-BA1A-DE0A-9039999C31FA}"/>
          </ac:spMkLst>
        </pc:spChg>
        <pc:spChg chg="add del mod">
          <ac:chgData name="Lev Garin" userId="dff945ffe588d945" providerId="LiveId" clId="{77AD326A-0FEE-43F9-BD4E-951009E3BCCB}" dt="2026-05-04T15:01:37.646" v="2793" actId="478"/>
          <ac:spMkLst>
            <pc:docMk/>
            <pc:sldMk cId="1552411792" sldId="264"/>
            <ac:spMk id="5" creationId="{362AD6FB-0B4F-E8B7-9B9B-2359DCB80EED}"/>
          </ac:spMkLst>
        </pc:spChg>
        <pc:spChg chg="del mod">
          <ac:chgData name="Lev Garin" userId="dff945ffe588d945" providerId="LiveId" clId="{77AD326A-0FEE-43F9-BD4E-951009E3BCCB}" dt="2026-05-03T21:32:34.022" v="428" actId="478"/>
          <ac:spMkLst>
            <pc:docMk/>
            <pc:sldMk cId="1552411792" sldId="264"/>
            <ac:spMk id="5" creationId="{C2310F40-8725-0C65-83EA-DE076E621BE2}"/>
          </ac:spMkLst>
        </pc:spChg>
        <pc:spChg chg="add del mod">
          <ac:chgData name="Lev Garin" userId="dff945ffe588d945" providerId="LiveId" clId="{77AD326A-0FEE-43F9-BD4E-951009E3BCCB}" dt="2026-05-04T15:01:15.108" v="2790" actId="478"/>
          <ac:spMkLst>
            <pc:docMk/>
            <pc:sldMk cId="1552411792" sldId="264"/>
            <ac:spMk id="6" creationId="{662E9F3B-FC33-E7D6-262E-0A75CDCD4493}"/>
          </ac:spMkLst>
        </pc:spChg>
        <pc:spChg chg="add del mod">
          <ac:chgData name="Lev Garin" userId="dff945ffe588d945" providerId="LiveId" clId="{77AD326A-0FEE-43F9-BD4E-951009E3BCCB}" dt="2026-05-04T15:01:38.741" v="2794" actId="478"/>
          <ac:spMkLst>
            <pc:docMk/>
            <pc:sldMk cId="1552411792" sldId="264"/>
            <ac:spMk id="10" creationId="{492BEDDB-E16A-C936-1B7B-DA6F36315CD4}"/>
          </ac:spMkLst>
        </pc:spChg>
        <pc:spChg chg="del">
          <ac:chgData name="Lev Garin" userId="dff945ffe588d945" providerId="LiveId" clId="{77AD326A-0FEE-43F9-BD4E-951009E3BCCB}" dt="2026-05-03T21:32:36.809" v="429" actId="478"/>
          <ac:spMkLst>
            <pc:docMk/>
            <pc:sldMk cId="1552411792" sldId="264"/>
            <ac:spMk id="13" creationId="{5E86BC5F-6CB3-CCD7-35B9-21F0E4F655F9}"/>
          </ac:spMkLst>
        </pc:spChg>
        <pc:spChg chg="add mod">
          <ac:chgData name="Lev Garin" userId="dff945ffe588d945" providerId="LiveId" clId="{77AD326A-0FEE-43F9-BD4E-951009E3BCCB}" dt="2026-05-04T15:07:36.187" v="2964" actId="1076"/>
          <ac:spMkLst>
            <pc:docMk/>
            <pc:sldMk cId="1552411792" sldId="264"/>
            <ac:spMk id="14" creationId="{819A4EA9-15D4-558C-E737-E887CD5E5F6D}"/>
          </ac:spMkLst>
        </pc:spChg>
        <pc:spChg chg="mod">
          <ac:chgData name="Lev Garin" userId="dff945ffe588d945" providerId="LiveId" clId="{77AD326A-0FEE-43F9-BD4E-951009E3BCCB}" dt="2026-05-04T15:04:08.167" v="2866" actId="20577"/>
          <ac:spMkLst>
            <pc:docMk/>
            <pc:sldMk cId="1552411792" sldId="264"/>
            <ac:spMk id="17" creationId="{C97A1DE8-C1F7-D0F9-20EE-82885D58A5F3}"/>
          </ac:spMkLst>
        </pc:spChg>
        <pc:picChg chg="add mod">
          <ac:chgData name="Lev Garin" userId="dff945ffe588d945" providerId="LiveId" clId="{77AD326A-0FEE-43F9-BD4E-951009E3BCCB}" dt="2026-05-04T15:06:58.772" v="2935" actId="1076"/>
          <ac:picMkLst>
            <pc:docMk/>
            <pc:sldMk cId="1552411792" sldId="264"/>
            <ac:picMk id="9" creationId="{E88FA179-0B2A-05D7-5645-B352BC775F8B}"/>
          </ac:picMkLst>
        </pc:picChg>
        <pc:picChg chg="del">
          <ac:chgData name="Lev Garin" userId="dff945ffe588d945" providerId="LiveId" clId="{77AD326A-0FEE-43F9-BD4E-951009E3BCCB}" dt="2026-05-03T21:32:29.431" v="426" actId="478"/>
          <ac:picMkLst>
            <pc:docMk/>
            <pc:sldMk cId="1552411792" sldId="264"/>
            <ac:picMk id="10" creationId="{FE557068-0D9B-7A38-24E4-7CD81C11FF12}"/>
          </ac:picMkLst>
        </pc:picChg>
        <pc:picChg chg="add del mod">
          <ac:chgData name="Lev Garin" userId="dff945ffe588d945" providerId="LiveId" clId="{77AD326A-0FEE-43F9-BD4E-951009E3BCCB}" dt="2026-05-04T15:02:34.053" v="2832" actId="21"/>
          <ac:picMkLst>
            <pc:docMk/>
            <pc:sldMk cId="1552411792" sldId="264"/>
            <ac:picMk id="12" creationId="{BEA81CFE-07EF-2718-854B-992429D41985}"/>
          </ac:picMkLst>
        </pc:picChg>
        <pc:picChg chg="add del mod">
          <ac:chgData name="Lev Garin" userId="dff945ffe588d945" providerId="LiveId" clId="{77AD326A-0FEE-43F9-BD4E-951009E3BCCB}" dt="2026-05-04T15:02:34.053" v="2832" actId="21"/>
          <ac:picMkLst>
            <pc:docMk/>
            <pc:sldMk cId="1552411792" sldId="264"/>
            <ac:picMk id="13" creationId="{06FDCB42-69C3-9E8B-931A-A156D330875A}"/>
          </ac:picMkLst>
        </pc:picChg>
        <pc:picChg chg="del">
          <ac:chgData name="Lev Garin" userId="dff945ffe588d945" providerId="LiveId" clId="{77AD326A-0FEE-43F9-BD4E-951009E3BCCB}" dt="2026-05-03T21:32:31.434" v="427" actId="478"/>
          <ac:picMkLst>
            <pc:docMk/>
            <pc:sldMk cId="1552411792" sldId="264"/>
            <ac:picMk id="15" creationId="{70D8FF36-E28F-7375-F2CC-651D2D41F7E5}"/>
          </ac:picMkLst>
        </pc:picChg>
        <pc:picChg chg="add mod">
          <ac:chgData name="Lev Garin" userId="dff945ffe588d945" providerId="LiveId" clId="{77AD326A-0FEE-43F9-BD4E-951009E3BCCB}" dt="2026-05-04T15:07:48.634" v="2966" actId="1076"/>
          <ac:picMkLst>
            <pc:docMk/>
            <pc:sldMk cId="1552411792" sldId="264"/>
            <ac:picMk id="15" creationId="{EB3E363E-3F1C-EE60-1D8B-A70B295A29C6}"/>
          </ac:picMkLst>
        </pc:picChg>
        <pc:picChg chg="add mod">
          <ac:chgData name="Lev Garin" userId="dff945ffe588d945" providerId="LiveId" clId="{77AD326A-0FEE-43F9-BD4E-951009E3BCCB}" dt="2026-05-04T15:07:00.628" v="2936" actId="1076"/>
          <ac:picMkLst>
            <pc:docMk/>
            <pc:sldMk cId="1552411792" sldId="264"/>
            <ac:picMk id="16" creationId="{FC7AB9EC-4408-15F4-DC2C-C8606ED6D5A5}"/>
          </ac:picMkLst>
        </pc:picChg>
        <pc:cxnChg chg="add mod">
          <ac:chgData name="Lev Garin" userId="dff945ffe588d945" providerId="LiveId" clId="{77AD326A-0FEE-43F9-BD4E-951009E3BCCB}" dt="2026-05-04T15:07:20.256" v="2959" actId="1076"/>
          <ac:cxnSpMkLst>
            <pc:docMk/>
            <pc:sldMk cId="1552411792" sldId="264"/>
            <ac:cxnSpMk id="18" creationId="{270FB210-B2AA-162A-BA24-1EA153FA4C96}"/>
          </ac:cxnSpMkLst>
        </pc:cxnChg>
        <pc:cxnChg chg="add mod">
          <ac:chgData name="Lev Garin" userId="dff945ffe588d945" providerId="LiveId" clId="{77AD326A-0FEE-43F9-BD4E-951009E3BCCB}" dt="2026-05-04T15:07:29.801" v="2963" actId="1076"/>
          <ac:cxnSpMkLst>
            <pc:docMk/>
            <pc:sldMk cId="1552411792" sldId="264"/>
            <ac:cxnSpMk id="19" creationId="{D416D206-C49E-CF4C-1B5B-A761960B0906}"/>
          </ac:cxnSpMkLst>
        </pc:cxnChg>
      </pc:sldChg>
      <pc:sldChg chg="addSp delSp modSp add mod ord setBg modNotesTx">
        <pc:chgData name="Lev Garin" userId="dff945ffe588d945" providerId="LiveId" clId="{77AD326A-0FEE-43F9-BD4E-951009E3BCCB}" dt="2026-05-04T15:09:04.409" v="2983"/>
        <pc:sldMkLst>
          <pc:docMk/>
          <pc:sldMk cId="2887498545" sldId="265"/>
        </pc:sldMkLst>
        <pc:spChg chg="del mod">
          <ac:chgData name="Lev Garin" userId="dff945ffe588d945" providerId="LiveId" clId="{77AD326A-0FEE-43F9-BD4E-951009E3BCCB}" dt="2026-05-04T15:02:50.089" v="2835" actId="478"/>
          <ac:spMkLst>
            <pc:docMk/>
            <pc:sldMk cId="2887498545" sldId="265"/>
            <ac:spMk id="3" creationId="{A7AC4BBF-6B59-BA1A-DE0A-9039999C31FA}"/>
          </ac:spMkLst>
        </pc:spChg>
        <pc:spChg chg="add del mod">
          <ac:chgData name="Lev Garin" userId="dff945ffe588d945" providerId="LiveId" clId="{77AD326A-0FEE-43F9-BD4E-951009E3BCCB}" dt="2026-05-03T21:37:05.267" v="539" actId="478"/>
          <ac:spMkLst>
            <pc:docMk/>
            <pc:sldMk cId="2887498545" sldId="265"/>
            <ac:spMk id="5" creationId="{347F03A5-75F0-DE88-6C58-AEFAEB20F855}"/>
          </ac:spMkLst>
        </pc:spChg>
        <pc:spChg chg="add del mod">
          <ac:chgData name="Lev Garin" userId="dff945ffe588d945" providerId="LiveId" clId="{77AD326A-0FEE-43F9-BD4E-951009E3BCCB}" dt="2026-05-04T15:03:08.166" v="2838" actId="478"/>
          <ac:spMkLst>
            <pc:docMk/>
            <pc:sldMk cId="2887498545" sldId="265"/>
            <ac:spMk id="5" creationId="{34837EC3-BEEE-8D5F-C14B-321E2B033394}"/>
          </ac:spMkLst>
        </pc:spChg>
        <pc:spChg chg="del mod">
          <ac:chgData name="Lev Garin" userId="dff945ffe588d945" providerId="LiveId" clId="{77AD326A-0FEE-43F9-BD4E-951009E3BCCB}" dt="2026-05-03T21:37:01.516" v="537" actId="478"/>
          <ac:spMkLst>
            <pc:docMk/>
            <pc:sldMk cId="2887498545" sldId="265"/>
            <ac:spMk id="6" creationId="{662E9F3B-FC33-E7D6-262E-0A75CDCD4493}"/>
          </ac:spMkLst>
        </pc:spChg>
        <pc:spChg chg="add del mod">
          <ac:chgData name="Lev Garin" userId="dff945ffe588d945" providerId="LiveId" clId="{77AD326A-0FEE-43F9-BD4E-951009E3BCCB}" dt="2026-05-04T15:02:58.127" v="2837" actId="478"/>
          <ac:spMkLst>
            <pc:docMk/>
            <pc:sldMk cId="2887498545" sldId="265"/>
            <ac:spMk id="8" creationId="{4E1CB090-BDD8-9440-2585-5F7A7A14E680}"/>
          </ac:spMkLst>
        </pc:spChg>
        <pc:spChg chg="add del mod ord">
          <ac:chgData name="Lev Garin" userId="dff945ffe588d945" providerId="LiveId" clId="{77AD326A-0FEE-43F9-BD4E-951009E3BCCB}" dt="2026-05-04T15:03:39.221" v="2844" actId="21"/>
          <ac:spMkLst>
            <pc:docMk/>
            <pc:sldMk cId="2887498545" sldId="265"/>
            <ac:spMk id="12" creationId="{819A4EA9-15D4-558C-E737-E887CD5E5F6D}"/>
          </ac:spMkLst>
        </pc:spChg>
        <pc:spChg chg="add del mod">
          <ac:chgData name="Lev Garin" userId="dff945ffe588d945" providerId="LiveId" clId="{77AD326A-0FEE-43F9-BD4E-951009E3BCCB}" dt="2026-05-04T15:03:22.858" v="2841" actId="478"/>
          <ac:spMkLst>
            <pc:docMk/>
            <pc:sldMk cId="2887498545" sldId="265"/>
            <ac:spMk id="13" creationId="{060FC4AB-5F37-0108-0007-F4F401FAB7A2}"/>
          </ac:spMkLst>
        </pc:spChg>
        <pc:spChg chg="del mod">
          <ac:chgData name="Lev Garin" userId="dff945ffe588d945" providerId="LiveId" clId="{77AD326A-0FEE-43F9-BD4E-951009E3BCCB}" dt="2026-05-04T15:02:55.727" v="2836" actId="478"/>
          <ac:spMkLst>
            <pc:docMk/>
            <pc:sldMk cId="2887498545" sldId="265"/>
            <ac:spMk id="17" creationId="{C97A1DE8-C1F7-D0F9-20EE-82885D58A5F3}"/>
          </ac:spMkLst>
        </pc:spChg>
        <pc:spChg chg="add mod">
          <ac:chgData name="Lev Garin" userId="dff945ffe588d945" providerId="LiveId" clId="{77AD326A-0FEE-43F9-BD4E-951009E3BCCB}" dt="2026-05-04T15:04:57.117" v="2898" actId="1076"/>
          <ac:spMkLst>
            <pc:docMk/>
            <pc:sldMk cId="2887498545" sldId="265"/>
            <ac:spMk id="18" creationId="{5272AC0B-1015-2B25-AE53-13D9231F9A51}"/>
          </ac:spMkLst>
        </pc:spChg>
        <pc:picChg chg="mod">
          <ac:chgData name="Lev Garin" userId="dff945ffe588d945" providerId="LiveId" clId="{77AD326A-0FEE-43F9-BD4E-951009E3BCCB}" dt="2026-05-04T15:04:52.814" v="2897" actId="1076"/>
          <ac:picMkLst>
            <pc:docMk/>
            <pc:sldMk cId="2887498545" sldId="265"/>
            <ac:picMk id="7" creationId="{09C3587D-B469-18B0-157D-9291035AF357}"/>
          </ac:picMkLst>
        </pc:picChg>
        <pc:picChg chg="del">
          <ac:chgData name="Lev Garin" userId="dff945ffe588d945" providerId="LiveId" clId="{77AD326A-0FEE-43F9-BD4E-951009E3BCCB}" dt="2026-05-03T21:37:14.886" v="543" actId="478"/>
          <ac:picMkLst>
            <pc:docMk/>
            <pc:sldMk cId="2887498545" sldId="265"/>
            <ac:picMk id="9" creationId="{E88FA179-0B2A-05D7-5645-B352BC775F8B}"/>
          </ac:picMkLst>
        </pc:picChg>
        <pc:picChg chg="add del mod">
          <ac:chgData name="Lev Garin" userId="dff945ffe588d945" providerId="LiveId" clId="{77AD326A-0FEE-43F9-BD4E-951009E3BCCB}" dt="2026-05-04T15:03:39.221" v="2844" actId="21"/>
          <ac:picMkLst>
            <pc:docMk/>
            <pc:sldMk cId="2887498545" sldId="265"/>
            <ac:picMk id="10" creationId="{EB3E363E-3F1C-EE60-1D8B-A70B295A29C6}"/>
          </ac:picMkLst>
        </pc:picChg>
        <pc:picChg chg="add mod">
          <ac:chgData name="Lev Garin" userId="dff945ffe588d945" providerId="LiveId" clId="{77AD326A-0FEE-43F9-BD4E-951009E3BCCB}" dt="2026-05-04T15:06:05.826" v="2901" actId="1076"/>
          <ac:picMkLst>
            <pc:docMk/>
            <pc:sldMk cId="2887498545" sldId="265"/>
            <ac:picMk id="14" creationId="{B6065F4B-3095-5AD6-95BB-6EB08200B368}"/>
          </ac:picMkLst>
        </pc:picChg>
        <pc:picChg chg="add mod">
          <ac:chgData name="Lev Garin" userId="dff945ffe588d945" providerId="LiveId" clId="{77AD326A-0FEE-43F9-BD4E-951009E3BCCB}" dt="2026-05-04T15:05:10.101" v="2900" actId="1076"/>
          <ac:picMkLst>
            <pc:docMk/>
            <pc:sldMk cId="2887498545" sldId="265"/>
            <ac:picMk id="15" creationId="{4B3826CD-2861-4142-E2AF-DEB0E80EAB34}"/>
          </ac:picMkLst>
        </pc:picChg>
        <pc:picChg chg="add mod">
          <ac:chgData name="Lev Garin" userId="dff945ffe588d945" providerId="LiveId" clId="{77AD326A-0FEE-43F9-BD4E-951009E3BCCB}" dt="2026-05-04T15:06:16.363" v="2906" actId="1076"/>
          <ac:picMkLst>
            <pc:docMk/>
            <pc:sldMk cId="2887498545" sldId="265"/>
            <ac:picMk id="4098" creationId="{CA069A0B-647D-8081-37BF-73E890B03EA8}"/>
          </ac:picMkLst>
        </pc:picChg>
      </pc:sldChg>
      <pc:sldChg chg="new del">
        <pc:chgData name="Lev Garin" userId="dff945ffe588d945" providerId="LiveId" clId="{77AD326A-0FEE-43F9-BD4E-951009E3BCCB}" dt="2026-05-03T21:40:52.205" v="566" actId="47"/>
        <pc:sldMkLst>
          <pc:docMk/>
          <pc:sldMk cId="1958177811" sldId="266"/>
        </pc:sldMkLst>
      </pc:sldChg>
      <pc:sldChg chg="addSp delSp modSp add mod setBg">
        <pc:chgData name="Lev Garin" userId="dff945ffe588d945" providerId="LiveId" clId="{77AD326A-0FEE-43F9-BD4E-951009E3BCCB}" dt="2026-05-04T15:11:24.179" v="3017" actId="167"/>
        <pc:sldMkLst>
          <pc:docMk/>
          <pc:sldMk cId="3970971458" sldId="267"/>
        </pc:sldMkLst>
        <pc:spChg chg="add mod ord">
          <ac:chgData name="Lev Garin" userId="dff945ffe588d945" providerId="LiveId" clId="{77AD326A-0FEE-43F9-BD4E-951009E3BCCB}" dt="2026-05-04T15:11:24.179" v="3017" actId="167"/>
          <ac:spMkLst>
            <pc:docMk/>
            <pc:sldMk cId="3970971458" sldId="267"/>
            <ac:spMk id="2" creationId="{973F4132-CDD0-A841-E437-6057E21B64DA}"/>
          </ac:spMkLst>
        </pc:spChg>
        <pc:spChg chg="mod">
          <ac:chgData name="Lev Garin" userId="dff945ffe588d945" providerId="LiveId" clId="{77AD326A-0FEE-43F9-BD4E-951009E3BCCB}" dt="2026-05-04T15:10:38.786" v="3004" actId="27636"/>
          <ac:spMkLst>
            <pc:docMk/>
            <pc:sldMk cId="3970971458" sldId="267"/>
            <ac:spMk id="3" creationId="{A7AC4BBF-6B59-BA1A-DE0A-9039999C31FA}"/>
          </ac:spMkLst>
        </pc:spChg>
        <pc:spChg chg="del mod">
          <ac:chgData name="Lev Garin" userId="dff945ffe588d945" providerId="LiveId" clId="{77AD326A-0FEE-43F9-BD4E-951009E3BCCB}" dt="2026-05-03T21:41:08.646" v="594" actId="478"/>
          <ac:spMkLst>
            <pc:docMk/>
            <pc:sldMk cId="3970971458" sldId="267"/>
            <ac:spMk id="5" creationId="{C2310F40-8725-0C65-83EA-DE076E621BE2}"/>
          </ac:spMkLst>
        </pc:spChg>
        <pc:spChg chg="add del mod">
          <ac:chgData name="Lev Garin" userId="dff945ffe588d945" providerId="LiveId" clId="{77AD326A-0FEE-43F9-BD4E-951009E3BCCB}" dt="2026-05-03T21:41:19.023" v="599" actId="478"/>
          <ac:spMkLst>
            <pc:docMk/>
            <pc:sldMk cId="3970971458" sldId="267"/>
            <ac:spMk id="6" creationId="{0D2C26CB-9A13-1556-8B1B-77953CD5E028}"/>
          </ac:spMkLst>
        </pc:spChg>
        <pc:spChg chg="add del mod ord">
          <ac:chgData name="Lev Garin" userId="dff945ffe588d945" providerId="LiveId" clId="{77AD326A-0FEE-43F9-BD4E-951009E3BCCB}" dt="2026-05-04T15:09:20.221" v="2986" actId="478"/>
          <ac:spMkLst>
            <pc:docMk/>
            <pc:sldMk cId="3970971458" sldId="267"/>
            <ac:spMk id="8" creationId="{845A5431-0AEB-B574-A8DB-075397207F2A}"/>
          </ac:spMkLst>
        </pc:spChg>
        <pc:spChg chg="del mod">
          <ac:chgData name="Lev Garin" userId="dff945ffe588d945" providerId="LiveId" clId="{77AD326A-0FEE-43F9-BD4E-951009E3BCCB}" dt="2026-05-03T21:41:15.467" v="598" actId="478"/>
          <ac:spMkLst>
            <pc:docMk/>
            <pc:sldMk cId="3970971458" sldId="267"/>
            <ac:spMk id="13" creationId="{5E86BC5F-6CB3-CCD7-35B9-21F0E4F655F9}"/>
          </ac:spMkLst>
        </pc:spChg>
        <pc:spChg chg="mod">
          <ac:chgData name="Lev Garin" userId="dff945ffe588d945" providerId="LiveId" clId="{77AD326A-0FEE-43F9-BD4E-951009E3BCCB}" dt="2026-05-04T15:10:46.399" v="3009" actId="14100"/>
          <ac:spMkLst>
            <pc:docMk/>
            <pc:sldMk cId="3970971458" sldId="267"/>
            <ac:spMk id="17" creationId="{C97A1DE8-C1F7-D0F9-20EE-82885D58A5F3}"/>
          </ac:spMkLst>
        </pc:spChg>
        <pc:picChg chg="del">
          <ac:chgData name="Lev Garin" userId="dff945ffe588d945" providerId="LiveId" clId="{77AD326A-0FEE-43F9-BD4E-951009E3BCCB}" dt="2026-05-03T21:41:09.827" v="595" actId="478"/>
          <ac:picMkLst>
            <pc:docMk/>
            <pc:sldMk cId="3970971458" sldId="267"/>
            <ac:picMk id="10" creationId="{FE557068-0D9B-7A38-24E4-7CD81C11FF12}"/>
          </ac:picMkLst>
        </pc:picChg>
        <pc:picChg chg="del">
          <ac:chgData name="Lev Garin" userId="dff945ffe588d945" providerId="LiveId" clId="{77AD326A-0FEE-43F9-BD4E-951009E3BCCB}" dt="2026-05-03T21:41:11.024" v="596" actId="478"/>
          <ac:picMkLst>
            <pc:docMk/>
            <pc:sldMk cId="3970971458" sldId="267"/>
            <ac:picMk id="15" creationId="{70D8FF36-E28F-7375-F2CC-651D2D41F7E5}"/>
          </ac:picMkLst>
        </pc:picChg>
      </pc:sldChg>
      <pc:sldChg chg="add del setBg">
        <pc:chgData name="Lev Garin" userId="dff945ffe588d945" providerId="LiveId" clId="{77AD326A-0FEE-43F9-BD4E-951009E3BCCB}" dt="2026-05-03T21:46:00.052" v="793" actId="47"/>
        <pc:sldMkLst>
          <pc:docMk/>
          <pc:sldMk cId="271605694" sldId="268"/>
        </pc:sldMkLst>
      </pc:sldChg>
      <pc:sldChg chg="addSp delSp modSp add mod setBg modClrScheme chgLayout">
        <pc:chgData name="Lev Garin" userId="dff945ffe588d945" providerId="LiveId" clId="{77AD326A-0FEE-43F9-BD4E-951009E3BCCB}" dt="2026-05-04T13:47:06.747" v="1220" actId="167"/>
        <pc:sldMkLst>
          <pc:docMk/>
          <pc:sldMk cId="1810065580" sldId="268"/>
        </pc:sldMkLst>
        <pc:spChg chg="del mod">
          <ac:chgData name="Lev Garin" userId="dff945ffe588d945" providerId="LiveId" clId="{77AD326A-0FEE-43F9-BD4E-951009E3BCCB}" dt="2026-05-04T13:12:47.195" v="847" actId="478"/>
          <ac:spMkLst>
            <pc:docMk/>
            <pc:sldMk cId="1810065580" sldId="268"/>
            <ac:spMk id="2" creationId="{34552362-F67F-90D4-5321-F42DB460785C}"/>
          </ac:spMkLst>
        </pc:spChg>
        <pc:spChg chg="del">
          <ac:chgData name="Lev Garin" userId="dff945ffe588d945" providerId="LiveId" clId="{77AD326A-0FEE-43F9-BD4E-951009E3BCCB}" dt="2026-05-04T13:12:50.096" v="848" actId="478"/>
          <ac:spMkLst>
            <pc:docMk/>
            <pc:sldMk cId="1810065580" sldId="268"/>
            <ac:spMk id="3" creationId="{D5B5D85C-DD7F-09D4-9A0C-CFF855C683B1}"/>
          </ac:spMkLst>
        </pc:spChg>
        <pc:spChg chg="add del mod ord">
          <ac:chgData name="Lev Garin" userId="dff945ffe588d945" providerId="LiveId" clId="{77AD326A-0FEE-43F9-BD4E-951009E3BCCB}" dt="2026-05-04T13:13:00.432" v="849" actId="700"/>
          <ac:spMkLst>
            <pc:docMk/>
            <pc:sldMk cId="1810065580" sldId="268"/>
            <ac:spMk id="6" creationId="{8BAFD871-F8AC-7471-9FC2-439099629728}"/>
          </ac:spMkLst>
        </pc:spChg>
        <pc:spChg chg="add del mod ord">
          <ac:chgData name="Lev Garin" userId="dff945ffe588d945" providerId="LiveId" clId="{77AD326A-0FEE-43F9-BD4E-951009E3BCCB}" dt="2026-05-04T13:13:00.432" v="849" actId="700"/>
          <ac:spMkLst>
            <pc:docMk/>
            <pc:sldMk cId="1810065580" sldId="268"/>
            <ac:spMk id="9" creationId="{48FE2733-057B-BA94-E529-8CB7A219E1A5}"/>
          </ac:spMkLst>
        </pc:spChg>
        <pc:spChg chg="add mod ord">
          <ac:chgData name="Lev Garin" userId="dff945ffe588d945" providerId="LiveId" clId="{77AD326A-0FEE-43F9-BD4E-951009E3BCCB}" dt="2026-05-04T13:25:59.457" v="981" actId="255"/>
          <ac:spMkLst>
            <pc:docMk/>
            <pc:sldMk cId="1810065580" sldId="268"/>
            <ac:spMk id="10" creationId="{1EFF5224-F1BC-AF46-2D03-AEBCD247E038}"/>
          </ac:spMkLst>
        </pc:spChg>
        <pc:spChg chg="add mod ord">
          <ac:chgData name="Lev Garin" userId="dff945ffe588d945" providerId="LiveId" clId="{77AD326A-0FEE-43F9-BD4E-951009E3BCCB}" dt="2026-05-04T13:21:38.633" v="887" actId="5793"/>
          <ac:spMkLst>
            <pc:docMk/>
            <pc:sldMk cId="1810065580" sldId="268"/>
            <ac:spMk id="12" creationId="{1E6ADF42-9495-084E-2508-9E6D0227696C}"/>
          </ac:spMkLst>
        </pc:spChg>
        <pc:spChg chg="add del mod ord">
          <ac:chgData name="Lev Garin" userId="dff945ffe588d945" providerId="LiveId" clId="{77AD326A-0FEE-43F9-BD4E-951009E3BCCB}" dt="2026-05-04T13:38:08.292" v="1171"/>
          <ac:spMkLst>
            <pc:docMk/>
            <pc:sldMk cId="1810065580" sldId="268"/>
            <ac:spMk id="13" creationId="{F50D0468-12E3-2CFE-B114-228075833DE4}"/>
          </ac:spMkLst>
        </pc:spChg>
        <pc:spChg chg="add mod ord">
          <ac:chgData name="Lev Garin" userId="dff945ffe588d945" providerId="LiveId" clId="{77AD326A-0FEE-43F9-BD4E-951009E3BCCB}" dt="2026-05-04T13:30:54.406" v="1009" actId="14100"/>
          <ac:spMkLst>
            <pc:docMk/>
            <pc:sldMk cId="1810065580" sldId="268"/>
            <ac:spMk id="14" creationId="{38F6B143-5965-6FC0-56E1-3E0B88961872}"/>
          </ac:spMkLst>
        </pc:spChg>
        <pc:spChg chg="add mod">
          <ac:chgData name="Lev Garin" userId="dff945ffe588d945" providerId="LiveId" clId="{77AD326A-0FEE-43F9-BD4E-951009E3BCCB}" dt="2026-05-04T13:42:31.117" v="1214" actId="1036"/>
          <ac:spMkLst>
            <pc:docMk/>
            <pc:sldMk cId="1810065580" sldId="268"/>
            <ac:spMk id="33" creationId="{D6589C59-3312-8F5E-3CBC-CE6CE510B5FD}"/>
          </ac:spMkLst>
        </pc:spChg>
        <pc:spChg chg="add mod">
          <ac:chgData name="Lev Garin" userId="dff945ffe588d945" providerId="LiveId" clId="{77AD326A-0FEE-43F9-BD4E-951009E3BCCB}" dt="2026-05-04T13:42:31.117" v="1214" actId="1036"/>
          <ac:spMkLst>
            <pc:docMk/>
            <pc:sldMk cId="1810065580" sldId="268"/>
            <ac:spMk id="41" creationId="{6ED9BA06-9F59-58E0-6F2D-4D6C5D254DB7}"/>
          </ac:spMkLst>
        </pc:spChg>
        <pc:spChg chg="add mod ord">
          <ac:chgData name="Lev Garin" userId="dff945ffe588d945" providerId="LiveId" clId="{77AD326A-0FEE-43F9-BD4E-951009E3BCCB}" dt="2026-05-04T13:47:06.747" v="1220" actId="167"/>
          <ac:spMkLst>
            <pc:docMk/>
            <pc:sldMk cId="1810065580" sldId="268"/>
            <ac:spMk id="44" creationId="{57958248-48CA-B66C-359A-AD8F5E9C56B7}"/>
          </ac:spMkLst>
        </pc:spChg>
        <pc:picChg chg="del mod">
          <ac:chgData name="Lev Garin" userId="dff945ffe588d945" providerId="LiveId" clId="{77AD326A-0FEE-43F9-BD4E-951009E3BCCB}" dt="2026-05-04T13:46:13.658" v="1215" actId="478"/>
          <ac:picMkLst>
            <pc:docMk/>
            <pc:sldMk cId="1810065580" sldId="268"/>
            <ac:picMk id="7" creationId="{09C3587D-B469-18B0-157D-9291035AF357}"/>
          </ac:picMkLst>
        </pc:picChg>
        <pc:picChg chg="mod">
          <ac:chgData name="Lev Garin" userId="dff945ffe588d945" providerId="LiveId" clId="{77AD326A-0FEE-43F9-BD4E-951009E3BCCB}" dt="2026-05-04T13:46:19.989" v="1216" actId="1076"/>
          <ac:picMkLst>
            <pc:docMk/>
            <pc:sldMk cId="1810065580" sldId="268"/>
            <ac:picMk id="11" creationId="{715363FF-A57D-433C-8C23-B34B38FEC054}"/>
          </ac:picMkLst>
        </pc:picChg>
        <pc:picChg chg="add mod">
          <ac:chgData name="Lev Garin" userId="dff945ffe588d945" providerId="LiveId" clId="{77AD326A-0FEE-43F9-BD4E-951009E3BCCB}" dt="2026-05-04T13:23:26.395" v="901" actId="1076"/>
          <ac:picMkLst>
            <pc:docMk/>
            <pc:sldMk cId="1810065580" sldId="268"/>
            <ac:picMk id="1026" creationId="{82742D3F-C49D-A8A4-7BC8-048FCD377C0F}"/>
          </ac:picMkLst>
        </pc:picChg>
        <pc:picChg chg="add mod">
          <ac:chgData name="Lev Garin" userId="dff945ffe588d945" providerId="LiveId" clId="{77AD326A-0FEE-43F9-BD4E-951009E3BCCB}" dt="2026-05-04T13:34:35.919" v="1161" actId="14100"/>
          <ac:picMkLst>
            <pc:docMk/>
            <pc:sldMk cId="1810065580" sldId="268"/>
            <ac:picMk id="1028" creationId="{665B2DCE-8E2A-57A7-E717-A7B78602BA9B}"/>
          </ac:picMkLst>
        </pc:picChg>
        <pc:picChg chg="add mod">
          <ac:chgData name="Lev Garin" userId="dff945ffe588d945" providerId="LiveId" clId="{77AD326A-0FEE-43F9-BD4E-951009E3BCCB}" dt="2026-05-04T13:37:08.960" v="1170" actId="14100"/>
          <ac:picMkLst>
            <pc:docMk/>
            <pc:sldMk cId="1810065580" sldId="268"/>
            <ac:picMk id="1030" creationId="{7CC961E0-3050-F9DF-CF51-980DF632DC62}"/>
          </ac:picMkLst>
        </pc:picChg>
        <pc:picChg chg="add mod">
          <ac:chgData name="Lev Garin" userId="dff945ffe588d945" providerId="LiveId" clId="{77AD326A-0FEE-43F9-BD4E-951009E3BCCB}" dt="2026-05-04T13:39:28.758" v="1184" actId="167"/>
          <ac:picMkLst>
            <pc:docMk/>
            <pc:sldMk cId="1810065580" sldId="268"/>
            <ac:picMk id="1032" creationId="{A1BDCA8F-0539-CC68-C743-1CFC5CF10F7C}"/>
          </ac:picMkLst>
        </pc:picChg>
        <pc:cxnChg chg="add mod ord">
          <ac:chgData name="Lev Garin" userId="dff945ffe588d945" providerId="LiveId" clId="{77AD326A-0FEE-43F9-BD4E-951009E3BCCB}" dt="2026-05-04T13:27:29.542" v="986" actId="166"/>
          <ac:cxnSpMkLst>
            <pc:docMk/>
            <pc:sldMk cId="1810065580" sldId="268"/>
            <ac:cxnSpMk id="16" creationId="{71F790C3-6318-FA2C-087A-3908A8232CE3}"/>
          </ac:cxnSpMkLst>
        </pc:cxnChg>
        <pc:cxnChg chg="add del mod ord">
          <ac:chgData name="Lev Garin" userId="dff945ffe588d945" providerId="LiveId" clId="{77AD326A-0FEE-43F9-BD4E-951009E3BCCB}" dt="2026-05-04T13:30:24.826" v="1008" actId="478"/>
          <ac:cxnSpMkLst>
            <pc:docMk/>
            <pc:sldMk cId="1810065580" sldId="268"/>
            <ac:cxnSpMk id="19" creationId="{9B76B901-D0CD-DD4D-3344-91BB25ADCC3C}"/>
          </ac:cxnSpMkLst>
        </pc:cxnChg>
        <pc:cxnChg chg="add del">
          <ac:chgData name="Lev Garin" userId="dff945ffe588d945" providerId="LiveId" clId="{77AD326A-0FEE-43F9-BD4E-951009E3BCCB}" dt="2026-05-04T13:24:46.941" v="910" actId="478"/>
          <ac:cxnSpMkLst>
            <pc:docMk/>
            <pc:sldMk cId="1810065580" sldId="268"/>
            <ac:cxnSpMk id="21" creationId="{ADF39CD7-F363-214E-2588-AD3541FABB0B}"/>
          </ac:cxnSpMkLst>
        </pc:cxnChg>
        <pc:cxnChg chg="add del">
          <ac:chgData name="Lev Garin" userId="dff945ffe588d945" providerId="LiveId" clId="{77AD326A-0FEE-43F9-BD4E-951009E3BCCB}" dt="2026-05-04T13:25:02.844" v="912" actId="11529"/>
          <ac:cxnSpMkLst>
            <pc:docMk/>
            <pc:sldMk cId="1810065580" sldId="268"/>
            <ac:cxnSpMk id="23" creationId="{20439846-C593-BED5-8D5E-C66DE5D8113B}"/>
          </ac:cxnSpMkLst>
        </pc:cxnChg>
        <pc:cxnChg chg="add mod">
          <ac:chgData name="Lev Garin" userId="dff945ffe588d945" providerId="LiveId" clId="{77AD326A-0FEE-43F9-BD4E-951009E3BCCB}" dt="2026-05-04T13:25:20.537" v="915" actId="1582"/>
          <ac:cxnSpMkLst>
            <pc:docMk/>
            <pc:sldMk cId="1810065580" sldId="268"/>
            <ac:cxnSpMk id="25" creationId="{DD201427-E041-87C0-3F7D-3FFDE9A37790}"/>
          </ac:cxnSpMkLst>
        </pc:cxnChg>
        <pc:cxnChg chg="add mod ord">
          <ac:chgData name="Lev Garin" userId="dff945ffe588d945" providerId="LiveId" clId="{77AD326A-0FEE-43F9-BD4E-951009E3BCCB}" dt="2026-05-04T13:38:46.408" v="1177" actId="166"/>
          <ac:cxnSpMkLst>
            <pc:docMk/>
            <pc:sldMk cId="1810065580" sldId="268"/>
            <ac:cxnSpMk id="27" creationId="{93CBB91C-8C7B-A6B4-8D88-C1ADD0A95B0B}"/>
          </ac:cxnSpMkLst>
        </pc:cxnChg>
        <pc:cxnChg chg="add del mod">
          <ac:chgData name="Lev Garin" userId="dff945ffe588d945" providerId="LiveId" clId="{77AD326A-0FEE-43F9-BD4E-951009E3BCCB}" dt="2026-05-04T13:30:08.324" v="1003" actId="478"/>
          <ac:cxnSpMkLst>
            <pc:docMk/>
            <pc:sldMk cId="1810065580" sldId="268"/>
            <ac:cxnSpMk id="30" creationId="{29E4CAB2-CFCD-243E-EF48-891939F11BD8}"/>
          </ac:cxnSpMkLst>
        </pc:cxnChg>
        <pc:cxnChg chg="add del mod">
          <ac:chgData name="Lev Garin" userId="dff945ffe588d945" providerId="LiveId" clId="{77AD326A-0FEE-43F9-BD4E-951009E3BCCB}" dt="2026-05-04T13:33:28.337" v="1149" actId="478"/>
          <ac:cxnSpMkLst>
            <pc:docMk/>
            <pc:sldMk cId="1810065580" sldId="268"/>
            <ac:cxnSpMk id="35" creationId="{1856489B-7AA4-113F-7A82-3272346F5CE1}"/>
          </ac:cxnSpMkLst>
        </pc:cxnChg>
        <pc:cxnChg chg="add mod ord">
          <ac:chgData name="Lev Garin" userId="dff945ffe588d945" providerId="LiveId" clId="{77AD326A-0FEE-43F9-BD4E-951009E3BCCB}" dt="2026-05-04T13:38:58.775" v="1179" actId="166"/>
          <ac:cxnSpMkLst>
            <pc:docMk/>
            <pc:sldMk cId="1810065580" sldId="268"/>
            <ac:cxnSpMk id="43" creationId="{E0891EA3-B365-48C6-D97D-C6A4F353244D}"/>
          </ac:cxnSpMkLst>
        </pc:cxnChg>
      </pc:sldChg>
      <pc:sldChg chg="addSp delSp modSp add mod">
        <pc:chgData name="Lev Garin" userId="dff945ffe588d945" providerId="LiveId" clId="{77AD326A-0FEE-43F9-BD4E-951009E3BCCB}" dt="2026-05-04T14:12:31.855" v="1850" actId="207"/>
        <pc:sldMkLst>
          <pc:docMk/>
          <pc:sldMk cId="3579451145" sldId="269"/>
        </pc:sldMkLst>
        <pc:spChg chg="add del mod">
          <ac:chgData name="Lev Garin" userId="dff945ffe588d945" providerId="LiveId" clId="{77AD326A-0FEE-43F9-BD4E-951009E3BCCB}" dt="2026-05-04T13:49:50.472" v="1362" actId="478"/>
          <ac:spMkLst>
            <pc:docMk/>
            <pc:sldMk cId="3579451145" sldId="269"/>
            <ac:spMk id="2" creationId="{CC83A239-54DA-F4C9-1E98-6E96B101178B}"/>
          </ac:spMkLst>
        </pc:spChg>
        <pc:spChg chg="add mod">
          <ac:chgData name="Lev Garin" userId="dff945ffe588d945" providerId="LiveId" clId="{77AD326A-0FEE-43F9-BD4E-951009E3BCCB}" dt="2026-05-04T13:50:51.803" v="1380" actId="1076"/>
          <ac:spMkLst>
            <pc:docMk/>
            <pc:sldMk cId="3579451145" sldId="269"/>
            <ac:spMk id="7" creationId="{80235EAC-5BF6-C33E-F259-890A497601B9}"/>
          </ac:spMkLst>
        </pc:spChg>
        <pc:spChg chg="mod">
          <ac:chgData name="Lev Garin" userId="dff945ffe588d945" providerId="LiveId" clId="{77AD326A-0FEE-43F9-BD4E-951009E3BCCB}" dt="2026-05-04T13:49:35.659" v="1361" actId="20577"/>
          <ac:spMkLst>
            <pc:docMk/>
            <pc:sldMk cId="3579451145" sldId="269"/>
            <ac:spMk id="10" creationId="{1EFF5224-F1BC-AF46-2D03-AEBCD247E038}"/>
          </ac:spMkLst>
        </pc:spChg>
        <pc:spChg chg="del">
          <ac:chgData name="Lev Garin" userId="dff945ffe588d945" providerId="LiveId" clId="{77AD326A-0FEE-43F9-BD4E-951009E3BCCB}" dt="2026-05-04T13:53:59.634" v="1396" actId="478"/>
          <ac:spMkLst>
            <pc:docMk/>
            <pc:sldMk cId="3579451145" sldId="269"/>
            <ac:spMk id="12" creationId="{1E6ADF42-9495-084E-2508-9E6D0227696C}"/>
          </ac:spMkLst>
        </pc:spChg>
        <pc:spChg chg="mod">
          <ac:chgData name="Lev Garin" userId="dff945ffe588d945" providerId="LiveId" clId="{77AD326A-0FEE-43F9-BD4E-951009E3BCCB}" dt="2026-05-04T13:50:57.975" v="1381" actId="1076"/>
          <ac:spMkLst>
            <pc:docMk/>
            <pc:sldMk cId="3579451145" sldId="269"/>
            <ac:spMk id="14" creationId="{38F6B143-5965-6FC0-56E1-3E0B88961872}"/>
          </ac:spMkLst>
        </pc:spChg>
        <pc:spChg chg="add mod ord">
          <ac:chgData name="Lev Garin" userId="dff945ffe588d945" providerId="LiveId" clId="{77AD326A-0FEE-43F9-BD4E-951009E3BCCB}" dt="2026-05-04T14:12:31.855" v="1850" actId="207"/>
          <ac:spMkLst>
            <pc:docMk/>
            <pc:sldMk cId="3579451145" sldId="269"/>
            <ac:spMk id="15" creationId="{2F3B6DE4-D101-D773-30AB-152AE2B85572}"/>
          </ac:spMkLst>
        </pc:spChg>
        <pc:spChg chg="del mod">
          <ac:chgData name="Lev Garin" userId="dff945ffe588d945" providerId="LiveId" clId="{77AD326A-0FEE-43F9-BD4E-951009E3BCCB}" dt="2026-05-04T13:49:56.634" v="1366" actId="478"/>
          <ac:spMkLst>
            <pc:docMk/>
            <pc:sldMk cId="3579451145" sldId="269"/>
            <ac:spMk id="33" creationId="{D6589C59-3312-8F5E-3CBC-CE6CE510B5FD}"/>
          </ac:spMkLst>
        </pc:spChg>
        <pc:spChg chg="del">
          <ac:chgData name="Lev Garin" userId="dff945ffe588d945" providerId="LiveId" clId="{77AD326A-0FEE-43F9-BD4E-951009E3BCCB}" dt="2026-05-04T13:49:57.372" v="1367" actId="478"/>
          <ac:spMkLst>
            <pc:docMk/>
            <pc:sldMk cId="3579451145" sldId="269"/>
            <ac:spMk id="41" creationId="{6ED9BA06-9F59-58E0-6F2D-4D6C5D254DB7}"/>
          </ac:spMkLst>
        </pc:spChg>
        <pc:spChg chg="add del mod">
          <ac:chgData name="Lev Garin" userId="dff945ffe588d945" providerId="LiveId" clId="{77AD326A-0FEE-43F9-BD4E-951009E3BCCB}" dt="2026-05-04T13:52:53.581" v="1385" actId="478"/>
          <ac:spMkLst>
            <pc:docMk/>
            <pc:sldMk cId="3579451145" sldId="269"/>
            <ac:spMk id="44" creationId="{57958248-48CA-B66C-359A-AD8F5E9C56B7}"/>
          </ac:spMkLst>
        </pc:spChg>
        <pc:picChg chg="del">
          <ac:chgData name="Lev Garin" userId="dff945ffe588d945" providerId="LiveId" clId="{77AD326A-0FEE-43F9-BD4E-951009E3BCCB}" dt="2026-05-04T13:47:19.470" v="1222" actId="478"/>
          <ac:picMkLst>
            <pc:docMk/>
            <pc:sldMk cId="3579451145" sldId="269"/>
            <ac:picMk id="1026" creationId="{82742D3F-C49D-A8A4-7BC8-048FCD377C0F}"/>
          </ac:picMkLst>
        </pc:picChg>
        <pc:picChg chg="del">
          <ac:chgData name="Lev Garin" userId="dff945ffe588d945" providerId="LiveId" clId="{77AD326A-0FEE-43F9-BD4E-951009E3BCCB}" dt="2026-05-04T13:47:20.589" v="1223" actId="478"/>
          <ac:picMkLst>
            <pc:docMk/>
            <pc:sldMk cId="3579451145" sldId="269"/>
            <ac:picMk id="1028" creationId="{665B2DCE-8E2A-57A7-E717-A7B78602BA9B}"/>
          </ac:picMkLst>
        </pc:picChg>
        <pc:picChg chg="del mod">
          <ac:chgData name="Lev Garin" userId="dff945ffe588d945" providerId="LiveId" clId="{77AD326A-0FEE-43F9-BD4E-951009E3BCCB}" dt="2026-05-04T13:47:22.768" v="1225" actId="478"/>
          <ac:picMkLst>
            <pc:docMk/>
            <pc:sldMk cId="3579451145" sldId="269"/>
            <ac:picMk id="1030" creationId="{7CC961E0-3050-F9DF-CF51-980DF632DC62}"/>
          </ac:picMkLst>
        </pc:picChg>
        <pc:picChg chg="del">
          <ac:chgData name="Lev Garin" userId="dff945ffe588d945" providerId="LiveId" clId="{77AD326A-0FEE-43F9-BD4E-951009E3BCCB}" dt="2026-05-04T13:47:23.653" v="1226" actId="478"/>
          <ac:picMkLst>
            <pc:docMk/>
            <pc:sldMk cId="3579451145" sldId="269"/>
            <ac:picMk id="1032" creationId="{A1BDCA8F-0539-CC68-C743-1CFC5CF10F7C}"/>
          </ac:picMkLst>
        </pc:picChg>
        <pc:picChg chg="add del mod">
          <ac:chgData name="Lev Garin" userId="dff945ffe588d945" providerId="LiveId" clId="{77AD326A-0FEE-43F9-BD4E-951009E3BCCB}" dt="2026-05-04T13:52:53.581" v="1385" actId="478"/>
          <ac:picMkLst>
            <pc:docMk/>
            <pc:sldMk cId="3579451145" sldId="269"/>
            <ac:picMk id="2050" creationId="{E99AEFA7-6250-0FC5-B3B3-274E0EC39DA7}"/>
          </ac:picMkLst>
        </pc:picChg>
        <pc:picChg chg="add mod">
          <ac:chgData name="Lev Garin" userId="dff945ffe588d945" providerId="LiveId" clId="{77AD326A-0FEE-43F9-BD4E-951009E3BCCB}" dt="2026-05-04T13:53:25.498" v="1390" actId="167"/>
          <ac:picMkLst>
            <pc:docMk/>
            <pc:sldMk cId="3579451145" sldId="269"/>
            <ac:picMk id="2052" creationId="{1B4E9E23-C56A-4043-4390-77157BF52072}"/>
          </ac:picMkLst>
        </pc:picChg>
        <pc:picChg chg="add mod">
          <ac:chgData name="Lev Garin" userId="dff945ffe588d945" providerId="LiveId" clId="{77AD326A-0FEE-43F9-BD4E-951009E3BCCB}" dt="2026-05-04T13:56:46.540" v="1400" actId="167"/>
          <ac:picMkLst>
            <pc:docMk/>
            <pc:sldMk cId="3579451145" sldId="269"/>
            <ac:picMk id="2054" creationId="{A01D86CC-8B7D-19AC-01E0-954CAA6FD126}"/>
          </ac:picMkLst>
        </pc:picChg>
        <pc:picChg chg="add mod">
          <ac:chgData name="Lev Garin" userId="dff945ffe588d945" providerId="LiveId" clId="{77AD326A-0FEE-43F9-BD4E-951009E3BCCB}" dt="2026-05-04T13:59:42.211" v="1421" actId="167"/>
          <ac:picMkLst>
            <pc:docMk/>
            <pc:sldMk cId="3579451145" sldId="269"/>
            <ac:picMk id="2056" creationId="{782364F0-20FB-79C1-6448-AB62B38F7FE0}"/>
          </ac:picMkLst>
        </pc:picChg>
        <pc:picChg chg="add mod">
          <ac:chgData name="Lev Garin" userId="dff945ffe588d945" providerId="LiveId" clId="{77AD326A-0FEE-43F9-BD4E-951009E3BCCB}" dt="2026-05-04T14:01:57.316" v="1434" actId="167"/>
          <ac:picMkLst>
            <pc:docMk/>
            <pc:sldMk cId="3579451145" sldId="269"/>
            <ac:picMk id="2058" creationId="{B9A29766-141A-157C-467A-8A4F20C76E31}"/>
          </ac:picMkLst>
        </pc:picChg>
        <pc:cxnChg chg="add mod">
          <ac:chgData name="Lev Garin" userId="dff945ffe588d945" providerId="LiveId" clId="{77AD326A-0FEE-43F9-BD4E-951009E3BCCB}" dt="2026-05-04T13:53:33.515" v="1391" actId="1076"/>
          <ac:cxnSpMkLst>
            <pc:docMk/>
            <pc:sldMk cId="3579451145" sldId="269"/>
            <ac:cxnSpMk id="5" creationId="{5F0BB0CA-C531-6F46-F087-3F500B6EA86C}"/>
          </ac:cxnSpMkLst>
        </pc:cxnChg>
        <pc:cxnChg chg="add mod">
          <ac:chgData name="Lev Garin" userId="dff945ffe588d945" providerId="LiveId" clId="{77AD326A-0FEE-43F9-BD4E-951009E3BCCB}" dt="2026-05-04T13:53:54.456" v="1395" actId="208"/>
          <ac:cxnSpMkLst>
            <pc:docMk/>
            <pc:sldMk cId="3579451145" sldId="269"/>
            <ac:cxnSpMk id="9" creationId="{36EFC15D-237F-782A-679B-0C4790F44488}"/>
          </ac:cxnSpMkLst>
        </pc:cxnChg>
        <pc:cxnChg chg="add mod">
          <ac:chgData name="Lev Garin" userId="dff945ffe588d945" providerId="LiveId" clId="{77AD326A-0FEE-43F9-BD4E-951009E3BCCB}" dt="2026-05-04T13:59:34.188" v="1419" actId="1076"/>
          <ac:cxnSpMkLst>
            <pc:docMk/>
            <pc:sldMk cId="3579451145" sldId="269"/>
            <ac:cxnSpMk id="13" creationId="{B98F90B3-5069-D76B-632A-A0CA03308823}"/>
          </ac:cxnSpMkLst>
        </pc:cxnChg>
        <pc:cxnChg chg="del">
          <ac:chgData name="Lev Garin" userId="dff945ffe588d945" providerId="LiveId" clId="{77AD326A-0FEE-43F9-BD4E-951009E3BCCB}" dt="2026-05-04T13:50:02.159" v="1370" actId="478"/>
          <ac:cxnSpMkLst>
            <pc:docMk/>
            <pc:sldMk cId="3579451145" sldId="269"/>
            <ac:cxnSpMk id="16" creationId="{71F790C3-6318-FA2C-087A-3908A8232CE3}"/>
          </ac:cxnSpMkLst>
        </pc:cxnChg>
        <pc:cxnChg chg="del">
          <ac:chgData name="Lev Garin" userId="dff945ffe588d945" providerId="LiveId" clId="{77AD326A-0FEE-43F9-BD4E-951009E3BCCB}" dt="2026-05-04T13:50:02.951" v="1371" actId="478"/>
          <ac:cxnSpMkLst>
            <pc:docMk/>
            <pc:sldMk cId="3579451145" sldId="269"/>
            <ac:cxnSpMk id="25" creationId="{DD201427-E041-87C0-3F7D-3FFDE9A37790}"/>
          </ac:cxnSpMkLst>
        </pc:cxnChg>
        <pc:cxnChg chg="del">
          <ac:chgData name="Lev Garin" userId="dff945ffe588d945" providerId="LiveId" clId="{77AD326A-0FEE-43F9-BD4E-951009E3BCCB}" dt="2026-05-04T13:49:59.935" v="1368" actId="478"/>
          <ac:cxnSpMkLst>
            <pc:docMk/>
            <pc:sldMk cId="3579451145" sldId="269"/>
            <ac:cxnSpMk id="27" creationId="{93CBB91C-8C7B-A6B4-8D88-C1ADD0A95B0B}"/>
          </ac:cxnSpMkLst>
        </pc:cxnChg>
        <pc:cxnChg chg="del">
          <ac:chgData name="Lev Garin" userId="dff945ffe588d945" providerId="LiveId" clId="{77AD326A-0FEE-43F9-BD4E-951009E3BCCB}" dt="2026-05-04T13:50:00.901" v="1369" actId="478"/>
          <ac:cxnSpMkLst>
            <pc:docMk/>
            <pc:sldMk cId="3579451145" sldId="269"/>
            <ac:cxnSpMk id="43" creationId="{E0891EA3-B365-48C6-D97D-C6A4F353244D}"/>
          </ac:cxnSpMkLst>
        </pc:cxnChg>
      </pc:sldChg>
      <pc:sldChg chg="modSp new del mod">
        <pc:chgData name="Lev Garin" userId="dff945ffe588d945" providerId="LiveId" clId="{77AD326A-0FEE-43F9-BD4E-951009E3BCCB}" dt="2026-05-04T14:07:11.315" v="1506" actId="47"/>
        <pc:sldMkLst>
          <pc:docMk/>
          <pc:sldMk cId="1873784877" sldId="270"/>
        </pc:sldMkLst>
        <pc:spChg chg="mod">
          <ac:chgData name="Lev Garin" userId="dff945ffe588d945" providerId="LiveId" clId="{77AD326A-0FEE-43F9-BD4E-951009E3BCCB}" dt="2026-05-04T14:06:55.771" v="1503" actId="20577"/>
          <ac:spMkLst>
            <pc:docMk/>
            <pc:sldMk cId="1873784877" sldId="270"/>
            <ac:spMk id="2" creationId="{0B22BC0D-17D9-C8A9-9A3F-C257F8D36B1D}"/>
          </ac:spMkLst>
        </pc:spChg>
        <pc:spChg chg="mod">
          <ac:chgData name="Lev Garin" userId="dff945ffe588d945" providerId="LiveId" clId="{77AD326A-0FEE-43F9-BD4E-951009E3BCCB}" dt="2026-05-04T14:06:58.446" v="1504" actId="5793"/>
          <ac:spMkLst>
            <pc:docMk/>
            <pc:sldMk cId="1873784877" sldId="270"/>
            <ac:spMk id="3" creationId="{21E37787-5794-214B-EA35-AD4B724F60A4}"/>
          </ac:spMkLst>
        </pc:spChg>
      </pc:sldChg>
      <pc:sldChg chg="addSp delSp modSp add mod setBg">
        <pc:chgData name="Lev Garin" userId="dff945ffe588d945" providerId="LiveId" clId="{77AD326A-0FEE-43F9-BD4E-951009E3BCCB}" dt="2026-05-04T14:41:25.196" v="2152" actId="1076"/>
        <pc:sldMkLst>
          <pc:docMk/>
          <pc:sldMk cId="3316282409" sldId="271"/>
        </pc:sldMkLst>
        <pc:spChg chg="add mod">
          <ac:chgData name="Lev Garin" userId="dff945ffe588d945" providerId="LiveId" clId="{77AD326A-0FEE-43F9-BD4E-951009E3BCCB}" dt="2026-05-04T14:39:55.331" v="2086" actId="1036"/>
          <ac:spMkLst>
            <pc:docMk/>
            <pc:sldMk cId="3316282409" sldId="271"/>
            <ac:spMk id="2" creationId="{095B1BA0-664C-1559-8DE4-40616DCA14BC}"/>
          </ac:spMkLst>
        </pc:spChg>
        <pc:spChg chg="add mod">
          <ac:chgData name="Lev Garin" userId="dff945ffe588d945" providerId="LiveId" clId="{77AD326A-0FEE-43F9-BD4E-951009E3BCCB}" dt="2026-05-04T14:39:55.331" v="2086" actId="1036"/>
          <ac:spMkLst>
            <pc:docMk/>
            <pc:sldMk cId="3316282409" sldId="271"/>
            <ac:spMk id="3" creationId="{76EF9AA2-38D4-24CC-DC65-A71BCD3D17F7}"/>
          </ac:spMkLst>
        </pc:spChg>
        <pc:spChg chg="del">
          <ac:chgData name="Lev Garin" userId="dff945ffe588d945" providerId="LiveId" clId="{77AD326A-0FEE-43F9-BD4E-951009E3BCCB}" dt="2026-05-04T14:07:32.525" v="1560" actId="478"/>
          <ac:spMkLst>
            <pc:docMk/>
            <pc:sldMk cId="3316282409" sldId="271"/>
            <ac:spMk id="7" creationId="{80235EAC-5BF6-C33E-F259-890A497601B9}"/>
          </ac:spMkLst>
        </pc:spChg>
        <pc:spChg chg="add del mod">
          <ac:chgData name="Lev Garin" userId="dff945ffe588d945" providerId="LiveId" clId="{77AD326A-0FEE-43F9-BD4E-951009E3BCCB}" dt="2026-05-04T14:39:41.109" v="2047" actId="478"/>
          <ac:spMkLst>
            <pc:docMk/>
            <pc:sldMk cId="3316282409" sldId="271"/>
            <ac:spMk id="8" creationId="{04E864CA-4A51-2050-715D-9DBE08E8130B}"/>
          </ac:spMkLst>
        </pc:spChg>
        <pc:spChg chg="del mod">
          <ac:chgData name="Lev Garin" userId="dff945ffe588d945" providerId="LiveId" clId="{77AD326A-0FEE-43F9-BD4E-951009E3BCCB}" dt="2026-05-04T14:11:31.277" v="1839" actId="478"/>
          <ac:spMkLst>
            <pc:docMk/>
            <pc:sldMk cId="3316282409" sldId="271"/>
            <ac:spMk id="10" creationId="{1EFF5224-F1BC-AF46-2D03-AEBCD247E038}"/>
          </ac:spMkLst>
        </pc:spChg>
        <pc:spChg chg="del">
          <ac:chgData name="Lev Garin" userId="dff945ffe588d945" providerId="LiveId" clId="{77AD326A-0FEE-43F9-BD4E-951009E3BCCB}" dt="2026-05-04T14:07:30.796" v="1558" actId="478"/>
          <ac:spMkLst>
            <pc:docMk/>
            <pc:sldMk cId="3316282409" sldId="271"/>
            <ac:spMk id="14" creationId="{38F6B143-5965-6FC0-56E1-3E0B88961872}"/>
          </ac:spMkLst>
        </pc:spChg>
        <pc:spChg chg="add mod">
          <ac:chgData name="Lev Garin" userId="dff945ffe588d945" providerId="LiveId" clId="{77AD326A-0FEE-43F9-BD4E-951009E3BCCB}" dt="2026-05-04T14:39:55.331" v="2086" actId="1036"/>
          <ac:spMkLst>
            <pc:docMk/>
            <pc:sldMk cId="3316282409" sldId="271"/>
            <ac:spMk id="15" creationId="{EC056469-5D93-209F-B31D-DA33211AE298}"/>
          </ac:spMkLst>
        </pc:spChg>
        <pc:spChg chg="add mod">
          <ac:chgData name="Lev Garin" userId="dff945ffe588d945" providerId="LiveId" clId="{77AD326A-0FEE-43F9-BD4E-951009E3BCCB}" dt="2026-05-04T14:39:55.331" v="2086" actId="1036"/>
          <ac:spMkLst>
            <pc:docMk/>
            <pc:sldMk cId="3316282409" sldId="271"/>
            <ac:spMk id="16" creationId="{BF53A21C-34B5-BBFF-450E-6779D6805DB0}"/>
          </ac:spMkLst>
        </pc:spChg>
        <pc:spChg chg="add mod">
          <ac:chgData name="Lev Garin" userId="dff945ffe588d945" providerId="LiveId" clId="{77AD326A-0FEE-43F9-BD4E-951009E3BCCB}" dt="2026-05-04T14:40:02.623" v="2097" actId="1035"/>
          <ac:spMkLst>
            <pc:docMk/>
            <pc:sldMk cId="3316282409" sldId="271"/>
            <ac:spMk id="18" creationId="{48695FCB-7FC6-C185-9B93-127346FA4166}"/>
          </ac:spMkLst>
        </pc:spChg>
        <pc:spChg chg="add del mod">
          <ac:chgData name="Lev Garin" userId="dff945ffe588d945" providerId="LiveId" clId="{77AD326A-0FEE-43F9-BD4E-951009E3BCCB}" dt="2026-05-04T14:37:56.678" v="1968" actId="478"/>
          <ac:spMkLst>
            <pc:docMk/>
            <pc:sldMk cId="3316282409" sldId="271"/>
            <ac:spMk id="21" creationId="{EBE4DEF7-7A64-CA4D-BB99-6E6562487E00}"/>
          </ac:spMkLst>
        </pc:spChg>
        <pc:spChg chg="add mod">
          <ac:chgData name="Lev Garin" userId="dff945ffe588d945" providerId="LiveId" clId="{77AD326A-0FEE-43F9-BD4E-951009E3BCCB}" dt="2026-05-04T14:40:22.885" v="2099" actId="1076"/>
          <ac:spMkLst>
            <pc:docMk/>
            <pc:sldMk cId="3316282409" sldId="271"/>
            <ac:spMk id="24" creationId="{511DC241-F22B-6637-0744-DAF20DE6C3A2}"/>
          </ac:spMkLst>
        </pc:spChg>
        <pc:spChg chg="add del mod">
          <ac:chgData name="Lev Garin" userId="dff945ffe588d945" providerId="LiveId" clId="{77AD326A-0FEE-43F9-BD4E-951009E3BCCB}" dt="2026-05-04T14:40:30.695" v="2101" actId="478"/>
          <ac:spMkLst>
            <pc:docMk/>
            <pc:sldMk cId="3316282409" sldId="271"/>
            <ac:spMk id="25" creationId="{86502D8B-DCE1-C60B-9E72-6B598A4B6AF6}"/>
          </ac:spMkLst>
        </pc:spChg>
        <pc:spChg chg="add mod">
          <ac:chgData name="Lev Garin" userId="dff945ffe588d945" providerId="LiveId" clId="{77AD326A-0FEE-43F9-BD4E-951009E3BCCB}" dt="2026-05-04T14:41:25.196" v="2152" actId="1076"/>
          <ac:spMkLst>
            <pc:docMk/>
            <pc:sldMk cId="3316282409" sldId="271"/>
            <ac:spMk id="26" creationId="{7A2E0A2D-80E5-4ACB-71E3-922F751E4AEF}"/>
          </ac:spMkLst>
        </pc:spChg>
        <pc:picChg chg="add mod">
          <ac:chgData name="Lev Garin" userId="dff945ffe588d945" providerId="LiveId" clId="{77AD326A-0FEE-43F9-BD4E-951009E3BCCB}" dt="2026-05-04T14:40:02.623" v="2097" actId="1035"/>
          <ac:picMkLst>
            <pc:docMk/>
            <pc:sldMk cId="3316282409" sldId="271"/>
            <ac:picMk id="20" creationId="{FF6B5075-955E-290B-B9C6-0162E3A1616D}"/>
          </ac:picMkLst>
        </pc:picChg>
        <pc:picChg chg="add mod ord">
          <ac:chgData name="Lev Garin" userId="dff945ffe588d945" providerId="LiveId" clId="{77AD326A-0FEE-43F9-BD4E-951009E3BCCB}" dt="2026-05-04T14:40:02.623" v="2097" actId="1035"/>
          <ac:picMkLst>
            <pc:docMk/>
            <pc:sldMk cId="3316282409" sldId="271"/>
            <ac:picMk id="23" creationId="{C04E31EE-F2CF-12BB-29F6-22E71A3523D2}"/>
          </ac:picMkLst>
        </pc:picChg>
        <pc:picChg chg="del">
          <ac:chgData name="Lev Garin" userId="dff945ffe588d945" providerId="LiveId" clId="{77AD326A-0FEE-43F9-BD4E-951009E3BCCB}" dt="2026-05-04T14:07:26.850" v="1553" actId="478"/>
          <ac:picMkLst>
            <pc:docMk/>
            <pc:sldMk cId="3316282409" sldId="271"/>
            <ac:picMk id="2052" creationId="{1B4E9E23-C56A-4043-4390-77157BF52072}"/>
          </ac:picMkLst>
        </pc:picChg>
        <pc:picChg chg="del mod">
          <ac:chgData name="Lev Garin" userId="dff945ffe588d945" providerId="LiveId" clId="{77AD326A-0FEE-43F9-BD4E-951009E3BCCB}" dt="2026-05-04T14:07:29.854" v="1557" actId="478"/>
          <ac:picMkLst>
            <pc:docMk/>
            <pc:sldMk cId="3316282409" sldId="271"/>
            <ac:picMk id="2054" creationId="{A01D86CC-8B7D-19AC-01E0-954CAA6FD126}"/>
          </ac:picMkLst>
        </pc:picChg>
        <pc:picChg chg="del">
          <ac:chgData name="Lev Garin" userId="dff945ffe588d945" providerId="LiveId" clId="{77AD326A-0FEE-43F9-BD4E-951009E3BCCB}" dt="2026-05-04T14:07:33.753" v="1562" actId="478"/>
          <ac:picMkLst>
            <pc:docMk/>
            <pc:sldMk cId="3316282409" sldId="271"/>
            <ac:picMk id="2056" creationId="{782364F0-20FB-79C1-6448-AB62B38F7FE0}"/>
          </ac:picMkLst>
        </pc:picChg>
        <pc:picChg chg="del mod">
          <ac:chgData name="Lev Garin" userId="dff945ffe588d945" providerId="LiveId" clId="{77AD326A-0FEE-43F9-BD4E-951009E3BCCB}" dt="2026-05-04T14:07:34.107" v="1564" actId="478"/>
          <ac:picMkLst>
            <pc:docMk/>
            <pc:sldMk cId="3316282409" sldId="271"/>
            <ac:picMk id="2058" creationId="{B9A29766-141A-157C-467A-8A4F20C76E31}"/>
          </ac:picMkLst>
        </pc:picChg>
        <pc:picChg chg="add del mod">
          <ac:chgData name="Lev Garin" userId="dff945ffe588d945" providerId="LiveId" clId="{77AD326A-0FEE-43F9-BD4E-951009E3BCCB}" dt="2026-05-04T14:14:49.844" v="1883" actId="478"/>
          <ac:picMkLst>
            <pc:docMk/>
            <pc:sldMk cId="3316282409" sldId="271"/>
            <ac:picMk id="3074" creationId="{97108C7C-2AE8-2CE2-2044-3A4C5AC18209}"/>
          </ac:picMkLst>
        </pc:picChg>
        <pc:picChg chg="add del mod">
          <ac:chgData name="Lev Garin" userId="dff945ffe588d945" providerId="LiveId" clId="{77AD326A-0FEE-43F9-BD4E-951009E3BCCB}" dt="2026-05-04T14:40:02.623" v="2097" actId="1035"/>
          <ac:picMkLst>
            <pc:docMk/>
            <pc:sldMk cId="3316282409" sldId="271"/>
            <ac:picMk id="3076" creationId="{37D677AC-7F2E-FDEB-24A3-B0F7A4BBD7D3}"/>
          </ac:picMkLst>
        </pc:picChg>
        <pc:picChg chg="add del mod">
          <ac:chgData name="Lev Garin" userId="dff945ffe588d945" providerId="LiveId" clId="{77AD326A-0FEE-43F9-BD4E-951009E3BCCB}" dt="2026-05-04T14:36:53.666" v="1963" actId="478"/>
          <ac:picMkLst>
            <pc:docMk/>
            <pc:sldMk cId="3316282409" sldId="271"/>
            <ac:picMk id="3078" creationId="{4DA86DAD-7E32-7EC9-26DE-E1B65AA65E5A}"/>
          </ac:picMkLst>
        </pc:picChg>
        <pc:picChg chg="add del mod">
          <ac:chgData name="Lev Garin" userId="dff945ffe588d945" providerId="LiveId" clId="{77AD326A-0FEE-43F9-BD4E-951009E3BCCB}" dt="2026-05-04T14:21:21.111" v="1926" actId="1076"/>
          <ac:picMkLst>
            <pc:docMk/>
            <pc:sldMk cId="3316282409" sldId="271"/>
            <ac:picMk id="3080" creationId="{12CA4D15-98DE-57AA-D59D-F1FF9F0F4F67}"/>
          </ac:picMkLst>
        </pc:picChg>
        <pc:cxnChg chg="del">
          <ac:chgData name="Lev Garin" userId="dff945ffe588d945" providerId="LiveId" clId="{77AD326A-0FEE-43F9-BD4E-951009E3BCCB}" dt="2026-05-04T14:07:31.745" v="1559" actId="478"/>
          <ac:cxnSpMkLst>
            <pc:docMk/>
            <pc:sldMk cId="3316282409" sldId="271"/>
            <ac:cxnSpMk id="5" creationId="{5F0BB0CA-C531-6F46-F087-3F500B6EA86C}"/>
          </ac:cxnSpMkLst>
        </pc:cxnChg>
        <pc:cxnChg chg="del mod">
          <ac:chgData name="Lev Garin" userId="dff945ffe588d945" providerId="LiveId" clId="{77AD326A-0FEE-43F9-BD4E-951009E3BCCB}" dt="2026-05-04T14:07:27.875" v="1555" actId="478"/>
          <ac:cxnSpMkLst>
            <pc:docMk/>
            <pc:sldMk cId="3316282409" sldId="271"/>
            <ac:cxnSpMk id="9" creationId="{36EFC15D-237F-782A-679B-0C4790F44488}"/>
          </ac:cxnSpMkLst>
        </pc:cxnChg>
        <pc:cxnChg chg="add mod">
          <ac:chgData name="Lev Garin" userId="dff945ffe588d945" providerId="LiveId" clId="{77AD326A-0FEE-43F9-BD4E-951009E3BCCB}" dt="2026-05-04T14:39:55.331" v="2086" actId="1036"/>
          <ac:cxnSpMkLst>
            <pc:docMk/>
            <pc:sldMk cId="3316282409" sldId="271"/>
            <ac:cxnSpMk id="12" creationId="{49B9E08A-B938-9E48-B27F-DB2E69BBAA10}"/>
          </ac:cxnSpMkLst>
        </pc:cxnChg>
        <pc:cxnChg chg="del">
          <ac:chgData name="Lev Garin" userId="dff945ffe588d945" providerId="LiveId" clId="{77AD326A-0FEE-43F9-BD4E-951009E3BCCB}" dt="2026-05-04T14:07:33.274" v="1561" actId="478"/>
          <ac:cxnSpMkLst>
            <pc:docMk/>
            <pc:sldMk cId="3316282409" sldId="271"/>
            <ac:cxnSpMk id="13" creationId="{B98F90B3-5069-D76B-632A-A0CA0330882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EB91E-3FA3-4782-BCCD-12699E19B8CC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5370B-787A-459C-9275-73C66B97FE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52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 качестве основного контролера используются </a:t>
            </a:r>
            <a:r>
              <a:rPr lang="ru-RU" dirty="0" err="1"/>
              <a:t>Raspberry</a:t>
            </a:r>
            <a:r>
              <a:rPr lang="ru-RU" dirty="0"/>
              <a:t> </a:t>
            </a:r>
            <a:r>
              <a:rPr lang="ru-RU" dirty="0" err="1"/>
              <a:t>Pi</a:t>
            </a:r>
            <a:r>
              <a:rPr lang="ru-RU" dirty="0"/>
              <a:t> 5. Он используется для камер и алгоритма поиска путей. Для управления электроникой, считывания значений с датчиков </a:t>
            </a:r>
            <a:r>
              <a:rPr lang="en-US" dirty="0"/>
              <a:t>Arduino Mega 2560 Pro</a:t>
            </a:r>
            <a:r>
              <a:rPr lang="ru-RU" dirty="0"/>
              <a:t>. Связь между ними осуществлена с помощью</a:t>
            </a:r>
            <a:r>
              <a:rPr lang="en-US" dirty="0"/>
              <a:t> UART </a:t>
            </a:r>
            <a:r>
              <a:rPr lang="ru-RU" dirty="0"/>
              <a:t>и логического  преобразователя.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передвижения по лабиринту мы используем моторы. Для распознавания положения робота в клетке лазерные датчики VL53L0X.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783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Наш робот смоделирован в программном обеспечении Autodesk </a:t>
            </a:r>
            <a:r>
              <a:rPr lang="ru-RU" dirty="0" err="1"/>
              <a:t>inventor</a:t>
            </a:r>
            <a:r>
              <a:rPr lang="ru-RU" dirty="0"/>
              <a:t>. Робот напечатан на 3D принтере PETG или PLA пластиком.</a:t>
            </a:r>
          </a:p>
          <a:p>
            <a:endParaRPr lang="ru-RU" dirty="0"/>
          </a:p>
          <a:p>
            <a:r>
              <a:rPr lang="ru-RU" dirty="0"/>
              <a:t>Для рамы мы использовали </a:t>
            </a:r>
            <a:r>
              <a:rPr lang="ru-RU" dirty="0" err="1"/>
              <a:t>стеклонаполненный</a:t>
            </a:r>
            <a:r>
              <a:rPr lang="ru-RU" dirty="0"/>
              <a:t> пластик для улучшения прочности робота. Что бы максимально уменьшить робота для проходимости в лабиринте, был спроектирован и сварен свой аккумулятор из ячеек Li-</a:t>
            </a:r>
            <a:r>
              <a:rPr lang="ru-RU" dirty="0" err="1"/>
              <a:t>ion</a:t>
            </a:r>
            <a:r>
              <a:rPr lang="ru-RU" dirty="0"/>
              <a:t> 18650 в конфигурации 3S1P. Корпус аккумулятора обеспечивает его </a:t>
            </a:r>
            <a:r>
              <a:rPr lang="ru-RU" dirty="0" err="1"/>
              <a:t>быстросъёмность</a:t>
            </a:r>
            <a:r>
              <a:rPr lang="ru-RU" dirty="0"/>
              <a:t>, так как фиксация в корпусе происходит посредством отгибающихся лепестков.</a:t>
            </a:r>
          </a:p>
          <a:p>
            <a:endParaRPr lang="ru-RU" dirty="0"/>
          </a:p>
          <a:p>
            <a:r>
              <a:rPr lang="ru-RU" dirty="0"/>
              <a:t>Модель робота для печати была разбита на переднюю и заднюю часть, ходовую часть и систему выдачи. В передней части расположены 3 датчика, </a:t>
            </a:r>
            <a:r>
              <a:rPr lang="ru-RU" dirty="0" err="1"/>
              <a:t>концевики</a:t>
            </a:r>
            <a:r>
              <a:rPr lang="ru-RU" dirty="0"/>
              <a:t> и место под крепления макетной платы. В задней части находится сервопривод, один датчик и барабан, который при вращение сортирует наборы по разным сторонам. Система выдачи толкает наборы по горизонтальному каналу системы выдачи, после чего наборы попадают в барабан</a:t>
            </a:r>
          </a:p>
          <a:p>
            <a:r>
              <a:rPr lang="ru-RU" dirty="0"/>
              <a:t>для выдачи их к жертве. 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Были спроектированы собственные колеса робота. Имеющие переменную жесткость за счет своей формы. Диски колеса распечатаны на 3D принтере, а шины отлиты из двухкомпонентного полиуретана в распечатанные формы.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787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Основным способом у нас считаются особенные колёса.</a:t>
            </a:r>
          </a:p>
          <a:p>
            <a:pPr marL="0" indent="0">
              <a:buNone/>
            </a:pPr>
            <a:r>
              <a:rPr lang="ru-RU" dirty="0"/>
              <a:t>Для этого были спроектированы собственные колеса робота. Диски колеса распечатаны на 3D принтере, а шины отлиты из двухкомпонентного полиуретана в распечатанные формы.</a:t>
            </a:r>
          </a:p>
          <a:p>
            <a:pPr marL="0" indent="0">
              <a:buNone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Колёса имеют переменную жесткость за счет своей формы, в отличии от обычных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872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Робот принимает пакеты данных с </a:t>
            </a:r>
            <a:r>
              <a:rPr lang="ru-RU" dirty="0" err="1"/>
              <a:t>Raspberry</a:t>
            </a:r>
            <a:r>
              <a:rPr lang="ru-RU" dirty="0"/>
              <a:t> </a:t>
            </a:r>
            <a:r>
              <a:rPr lang="ru-RU" dirty="0" err="1"/>
              <a:t>Pi</a:t>
            </a:r>
            <a:r>
              <a:rPr lang="ru-RU" dirty="0"/>
              <a:t> по протоколу UART, проверяет контрольную сумму CRC8 и выполняет действие, после чего отправляет значения всех датчиков. Для поддержания заданной скорости колёс используется ПИ-регулятор.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Программа для </a:t>
            </a:r>
            <a:r>
              <a:rPr lang="ru-RU" dirty="0" err="1"/>
              <a:t>Arduino</a:t>
            </a:r>
            <a:r>
              <a:rPr lang="ru-RU" dirty="0"/>
              <a:t> Mega предназначена для управления четырьмя колёсами, сервоприводом для выдачи наборов и RGB-лентой для цветового оповещения. Код разделен на обособленные части для каждого компонента; для управления ими используется кооперативная многозадачность.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проезда на клетку вперёд проверяется наличие стен вокруг. При их обнаружении задействуется регулятор выравнивания угла относительно стены и центрирования положения между ними. Если во время движения приходит команда выдачи набора, программа прерывает выполнение задачи проезда и переходит в состояние выдачи. Если стены найти не удалось, используется проезд по инерциальному датчику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32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Raspberry Pi 5 </a:t>
            </a:r>
            <a:r>
              <a:rPr lang="ru-RU" dirty="0"/>
              <a:t>мы используем для разработки алгоритма езды и поиска путей. Мы едем по правой руке по лабиринту картографируя его. Когда мы попадем в замкнутый круг мы начинаем искать те клетки в которых ещё не были, а когда таких нету мы начинаем поиск проезда до начала лабиринта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когнитивных целей используется компьютерное зрение, программируемое на языке </a:t>
            </a:r>
            <a:r>
              <a:rPr lang="en-US" dirty="0"/>
              <a:t>python </a:t>
            </a:r>
            <a:r>
              <a:rPr lang="ru-RU" dirty="0"/>
              <a:t>с помощью библиотеки </a:t>
            </a:r>
            <a:r>
              <a:rPr lang="en-US" dirty="0"/>
              <a:t>cv2</a:t>
            </a:r>
            <a:r>
              <a:rPr lang="ru-RU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распознания буквенных жертв используется нейронная сеть </a:t>
            </a:r>
            <a:r>
              <a:rPr lang="en-US" dirty="0"/>
              <a:t>YOLO</a:t>
            </a:r>
            <a:r>
              <a:rPr lang="ru-RU" dirty="0"/>
              <a:t>. Мы обучаем её на основе уже сделанных фото жертв в полигоне с камер на роботе.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распознания буквенных жертв используется нейронная сеть </a:t>
            </a:r>
            <a:r>
              <a:rPr lang="en-US" dirty="0"/>
              <a:t>YOLO</a:t>
            </a:r>
            <a:r>
              <a:rPr lang="ru-RU" dirty="0"/>
              <a:t>. Мы обучаем её на основе уже сделанных фото жертв в полигоне с камер на роботе.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013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370B-787A-459C-9275-73C66B97FE3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545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F0322-F5EF-B9CC-BFE0-311A2F03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BA181B-5F29-E0B7-E3C3-D5456F1B2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A6F87E-0D10-65D1-8790-C5792C23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D4935C-6554-8A0C-8FEC-BE5A6D81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E1B102-073B-B728-5C9F-A24289F48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33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7D88E4-36A6-890D-9803-3D0ABD1A8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92E9C2-85FF-750B-10DF-8E6463CD1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8EA867-DF7A-70BA-759E-F190E49B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2BDE47-9A01-9988-D1F0-2EA921E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0AC553-05E3-D514-738C-7F93224E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32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6880D-4CB4-51CB-1153-3CF94A11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436EB67-D164-1A53-10D7-6C3F0FEE0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EB5CE-BAFF-367F-6759-0C94FFF8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7626E0-40F3-CA59-8884-D8878285D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03BC6D-89E4-60A5-C62E-C9970C38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09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8CB1E-A1D6-9246-3EDA-1CB57039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C99AC8-40EB-8727-C332-2AF86DE22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F1F103-091A-02AE-7C79-586A93AD7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5C8362-C086-79ED-CCE8-60F7310D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D65928-76F2-AE0B-5578-A16560AE5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CD3202-FB83-AA43-B766-612498C3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908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7C99A-587D-14A1-7F3D-CB979D1A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3EF5EA-1B8C-B1C4-7A32-3B52AED71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8CEAED-3083-C026-8DAF-0B3B72270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587E91A-184B-382C-1F61-E8C9A3E631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78797EE-68B4-0C12-D51E-2A7EA3BC3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BF9A5D-7B81-F574-0D64-60F4197D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B8AF859-F584-1C7B-4F8A-2C51D616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7D96996-51AD-7036-376A-C5192D1F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85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2E4C8-DB45-2355-139A-1A3E0F1D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16E7ADC-0491-E494-A572-E2C8BB69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46E8C6-9638-34B4-D80D-D61B3284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6662A5-F0E1-F031-B590-EB38FD4F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37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02CE0E4-35AB-6A82-EBAB-96D7C596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49B012-F3DE-187C-9D16-A7ED28EA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6A856D-8E27-6828-67B1-B1DF6474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77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EA9C1F-C602-4E88-78BF-6B117457D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1DE6F5-4D06-AF33-80F5-D6490179D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3CB7FD-07EC-5895-DDD3-EC38B3A43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BDB8FC-5887-4682-9FDB-DCBF7E9E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49EB80-80A0-9416-9818-AA150F28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F917DE-7C10-6846-B6EB-951A5033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63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D7CD1-4A4D-BE4A-8BA3-7864449B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94C2E6-AC58-B071-CB95-A5CF9E30D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382597-FC18-1109-17C3-5B394A849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B6709-CF56-D322-8359-4D6C5DBC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E28349-B86B-9226-DC6B-385E70C0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3BA4359-C081-78C0-42B6-9CE51E88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17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033CE6-E2BA-FA66-73D1-635B854C6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A1A1A4-468E-EDBA-EB94-ED0144A57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DE3EF5-4C05-1C16-71F4-74E81AC9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C0EDB7-EF6E-5F96-23D9-67D3E64F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0C1E16-A3EE-3094-F58A-BCACAB17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44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64869E-E045-0251-CB46-567FEBC40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CB3F9E-0640-FCDB-F16E-F2EC8228B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C87F77-5830-D009-8CBF-8A059329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9A0E7E-418F-F267-32C5-33746179E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E92A9E-0026-15D9-01DF-C7E80D0A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62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BA6C61-B94C-F952-A7E9-6154798F8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093045-7828-F57E-6526-EA99A66A3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31AF98-CC0E-3E85-C06C-B5DF516CF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8C5973-3D67-4F77-9934-0D9B40EB3219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BC76DD-F90E-7CD9-4C8B-9B23878F9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3021CC-E7E7-AB17-2134-495927D52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9C6B4-87E3-4B99-8287-1606184717D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39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jp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52362-F67F-90D4-5321-F42DB4607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3682"/>
            <a:ext cx="9144000" cy="3538127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робота для исследования лабиринта с препятствиями и маркерами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B5D85C-DD7F-09D4-9A0C-CFF855C68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9761" y="5452423"/>
            <a:ext cx="10112477" cy="1000689"/>
          </a:xfrm>
        </p:spPr>
        <p:txBody>
          <a:bodyPr>
            <a:normAutofit/>
          </a:bodyPr>
          <a:lstStyle/>
          <a:p>
            <a:r>
              <a:rPr lang="ru-RU" dirty="0"/>
              <a:t>Команда </a:t>
            </a:r>
            <a:r>
              <a:rPr lang="en-US" dirty="0"/>
              <a:t>“</a:t>
            </a:r>
            <a:r>
              <a:rPr lang="ru-RU" dirty="0"/>
              <a:t>Тесей</a:t>
            </a:r>
            <a:r>
              <a:rPr lang="en-US" dirty="0"/>
              <a:t>”</a:t>
            </a:r>
            <a:endParaRPr lang="ru-RU" dirty="0"/>
          </a:p>
          <a:p>
            <a:r>
              <a:rPr lang="en-US" dirty="0" err="1"/>
              <a:t>RoboCup</a:t>
            </a:r>
            <a:r>
              <a:rPr lang="en-US" dirty="0"/>
              <a:t> </a:t>
            </a:r>
            <a:r>
              <a:rPr lang="en-US" dirty="0" err="1"/>
              <a:t>Runior</a:t>
            </a:r>
            <a:r>
              <a:rPr lang="en-US" dirty="0"/>
              <a:t> rescue maze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71" y="-1117498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7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7958248-48CA-B66C-359A-AD8F5E9C56B7}"/>
              </a:ext>
            </a:extLst>
          </p:cNvPr>
          <p:cNvSpPr/>
          <p:nvPr/>
        </p:nvSpPr>
        <p:spPr>
          <a:xfrm>
            <a:off x="0" y="1016631"/>
            <a:ext cx="12239329" cy="5841369"/>
          </a:xfrm>
          <a:prstGeom prst="rect">
            <a:avLst/>
          </a:prstGeom>
          <a:solidFill>
            <a:srgbClr val="FEF5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 descr="Rescue Leagues - RoboCupJunior">
            <a:extLst>
              <a:ext uri="{FF2B5EF4-FFF2-40B4-BE49-F238E27FC236}">
                <a16:creationId xmlns:a16="http://schemas.microsoft.com/office/drawing/2014/main" id="{A1BDCA8F-0539-CC68-C743-1CFC5CF10F7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4" b="14619"/>
          <a:stretch/>
        </p:blipFill>
        <p:spPr bwMode="auto">
          <a:xfrm>
            <a:off x="4050561" y="3730816"/>
            <a:ext cx="2835814" cy="300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50" y="78513"/>
            <a:ext cx="1409700" cy="80962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EFF5224-F1BC-AF46-2D03-AEBCD247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92" y="842709"/>
            <a:ext cx="10515600" cy="1325563"/>
          </a:xfrm>
        </p:spPr>
        <p:txBody>
          <a:bodyPr>
            <a:normAutofit/>
          </a:bodyPr>
          <a:lstStyle/>
          <a:p>
            <a:r>
              <a:rPr lang="ru-RU" sz="3500" dirty="0"/>
              <a:t>Актуальность – роботы для спасания людей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1E6ADF42-9495-084E-2508-9E6D022769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Марш спасателей: ТОП-10 роботов, которые спешат на помощь">
            <a:extLst>
              <a:ext uri="{FF2B5EF4-FFF2-40B4-BE49-F238E27FC236}">
                <a16:creationId xmlns:a16="http://schemas.microsoft.com/office/drawing/2014/main" id="{82742D3F-C49D-A8A4-7BC8-048FCD377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96" y="1895941"/>
            <a:ext cx="3750029" cy="282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DD201427-E041-87C0-3F7D-3FFDE9A37790}"/>
              </a:ext>
            </a:extLst>
          </p:cNvPr>
          <p:cNvCxnSpPr/>
          <p:nvPr/>
        </p:nvCxnSpPr>
        <p:spPr>
          <a:xfrm>
            <a:off x="224912" y="4719322"/>
            <a:ext cx="3805437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Как роботы спасают людей / Хабр">
            <a:extLst>
              <a:ext uri="{FF2B5EF4-FFF2-40B4-BE49-F238E27FC236}">
                <a16:creationId xmlns:a16="http://schemas.microsoft.com/office/drawing/2014/main" id="{665B2DCE-8E2A-57A7-E717-A7B78602B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96"/>
          <a:stretch/>
        </p:blipFill>
        <p:spPr bwMode="auto">
          <a:xfrm>
            <a:off x="262491" y="4733451"/>
            <a:ext cx="3750034" cy="20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F6B143-5965-6FC0-56E1-3E0B88961872}"/>
              </a:ext>
            </a:extLst>
          </p:cNvPr>
          <p:cNvSpPr/>
          <p:nvPr/>
        </p:nvSpPr>
        <p:spPr>
          <a:xfrm>
            <a:off x="262496" y="1898689"/>
            <a:ext cx="6623880" cy="4869035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1F790C3-6318-FA2C-087A-3908A8232CE3}"/>
              </a:ext>
            </a:extLst>
          </p:cNvPr>
          <p:cNvCxnSpPr>
            <a:cxnSpLocks/>
          </p:cNvCxnSpPr>
          <p:nvPr/>
        </p:nvCxnSpPr>
        <p:spPr>
          <a:xfrm>
            <a:off x="4030349" y="1898689"/>
            <a:ext cx="0" cy="4869035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RCJ Rescue Maze - RoboCupJunior">
            <a:extLst>
              <a:ext uri="{FF2B5EF4-FFF2-40B4-BE49-F238E27FC236}">
                <a16:creationId xmlns:a16="http://schemas.microsoft.com/office/drawing/2014/main" id="{7CC961E0-3050-F9DF-CF51-980DF632DC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4" t="29574" r="-3280" b="31321"/>
          <a:stretch/>
        </p:blipFill>
        <p:spPr bwMode="auto">
          <a:xfrm>
            <a:off x="4072007" y="1940889"/>
            <a:ext cx="2873850" cy="173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D6589C59-3312-8F5E-3CBC-CE6CE510B5FD}"/>
              </a:ext>
            </a:extLst>
          </p:cNvPr>
          <p:cNvSpPr txBox="1"/>
          <p:nvPr/>
        </p:nvSpPr>
        <p:spPr>
          <a:xfrm>
            <a:off x="8167137" y="3055226"/>
            <a:ext cx="292797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спасение людей с помощью</a:t>
            </a:r>
          </a:p>
          <a:p>
            <a:pPr algn="ctr"/>
            <a:r>
              <a:rPr lang="ru-RU" sz="2800" dirty="0"/>
              <a:t>роботов это актуальная тема</a:t>
            </a:r>
          </a:p>
          <a:p>
            <a:pPr algn="ctr"/>
            <a:r>
              <a:rPr lang="ru-RU" sz="2800" dirty="0"/>
              <a:t>современного мира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ED9BA06-9F59-58E0-6F2D-4D6C5D254DB7}"/>
              </a:ext>
            </a:extLst>
          </p:cNvPr>
          <p:cNvSpPr/>
          <p:nvPr/>
        </p:nvSpPr>
        <p:spPr>
          <a:xfrm>
            <a:off x="7942989" y="2966683"/>
            <a:ext cx="3410811" cy="2854742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3CBB91C-8C7B-A6B4-8D88-C1ADD0A95B0B}"/>
              </a:ext>
            </a:extLst>
          </p:cNvPr>
          <p:cNvCxnSpPr>
            <a:cxnSpLocks/>
          </p:cNvCxnSpPr>
          <p:nvPr/>
        </p:nvCxnSpPr>
        <p:spPr>
          <a:xfrm>
            <a:off x="6886381" y="1895941"/>
            <a:ext cx="0" cy="2157949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E0891EA3-B365-48C6-D97D-C6A4F353244D}"/>
              </a:ext>
            </a:extLst>
          </p:cNvPr>
          <p:cNvCxnSpPr/>
          <p:nvPr/>
        </p:nvCxnSpPr>
        <p:spPr>
          <a:xfrm flipV="1">
            <a:off x="3983466" y="3697390"/>
            <a:ext cx="2873851" cy="11381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065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F3B6DE4-D101-D773-30AB-152AE2B85572}"/>
              </a:ext>
            </a:extLst>
          </p:cNvPr>
          <p:cNvSpPr/>
          <p:nvPr/>
        </p:nvSpPr>
        <p:spPr>
          <a:xfrm>
            <a:off x="-125363" y="984250"/>
            <a:ext cx="12668865" cy="6083300"/>
          </a:xfrm>
          <a:prstGeom prst="rect">
            <a:avLst/>
          </a:prstGeom>
          <a:solidFill>
            <a:srgbClr val="FEF5F0"/>
          </a:solidFill>
          <a:ln>
            <a:solidFill>
              <a:srgbClr val="FEF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8" name="Picture 10" descr="Competition Fields | 2023 Maze Competition">
            <a:extLst>
              <a:ext uri="{FF2B5EF4-FFF2-40B4-BE49-F238E27FC236}">
                <a16:creationId xmlns:a16="http://schemas.microsoft.com/office/drawing/2014/main" id="{B9A29766-141A-157C-467A-8A4F20C76E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55" b="8673"/>
          <a:stretch/>
        </p:blipFill>
        <p:spPr bwMode="auto">
          <a:xfrm>
            <a:off x="7820244" y="4486662"/>
            <a:ext cx="4092911" cy="220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cue Leagues - RoboCupJunior">
            <a:extLst>
              <a:ext uri="{FF2B5EF4-FFF2-40B4-BE49-F238E27FC236}">
                <a16:creationId xmlns:a16="http://schemas.microsoft.com/office/drawing/2014/main" id="{782364F0-20FB-79C1-6448-AB62B38F7F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0" b="24332"/>
          <a:stretch/>
        </p:blipFill>
        <p:spPr bwMode="auto">
          <a:xfrm>
            <a:off x="7804841" y="1855476"/>
            <a:ext cx="4108314" cy="257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Если здание рухнет, то заделанные окна никак не помогут»: жительница  Судогды рассказала про разрушенный дом | 31.01.2025 | Владимир - БезФормата">
            <a:extLst>
              <a:ext uri="{FF2B5EF4-FFF2-40B4-BE49-F238E27FC236}">
                <a16:creationId xmlns:a16="http://schemas.microsoft.com/office/drawing/2014/main" id="{A01D86CC-8B7D-19AC-01E0-954CAA6FD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27" y="4464015"/>
            <a:ext cx="4139119" cy="232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Силы тигра» разблокировали Дейр-эз-Зор :: Политика :: Газета РБК">
            <a:extLst>
              <a:ext uri="{FF2B5EF4-FFF2-40B4-BE49-F238E27FC236}">
                <a16:creationId xmlns:a16="http://schemas.microsoft.com/office/drawing/2014/main" id="{1B4E9E23-C56A-4043-4390-77157BF52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28" y="1916866"/>
            <a:ext cx="4139119" cy="254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50" y="78513"/>
            <a:ext cx="1409700" cy="80962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1EFF5224-F1BC-AF46-2D03-AEBCD247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92" y="842709"/>
            <a:ext cx="10515600" cy="1325563"/>
          </a:xfrm>
        </p:spPr>
        <p:txBody>
          <a:bodyPr>
            <a:normAutofit/>
          </a:bodyPr>
          <a:lstStyle/>
          <a:p>
            <a:r>
              <a:rPr lang="ru-RU" sz="3500" dirty="0"/>
              <a:t>Схожесть с реальной ситуацией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F6B143-5965-6FC0-56E1-3E0B88961872}"/>
              </a:ext>
            </a:extLst>
          </p:cNvPr>
          <p:cNvSpPr/>
          <p:nvPr/>
        </p:nvSpPr>
        <p:spPr>
          <a:xfrm>
            <a:off x="336329" y="1921661"/>
            <a:ext cx="4139119" cy="4869035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F0BB0CA-C531-6F46-F087-3F500B6EA86C}"/>
              </a:ext>
            </a:extLst>
          </p:cNvPr>
          <p:cNvCxnSpPr>
            <a:cxnSpLocks/>
          </p:cNvCxnSpPr>
          <p:nvPr/>
        </p:nvCxnSpPr>
        <p:spPr>
          <a:xfrm>
            <a:off x="5168348" y="4464016"/>
            <a:ext cx="2118454" cy="0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0235EAC-5BF6-C33E-F259-890A497601B9}"/>
              </a:ext>
            </a:extLst>
          </p:cNvPr>
          <p:cNvSpPr/>
          <p:nvPr/>
        </p:nvSpPr>
        <p:spPr>
          <a:xfrm>
            <a:off x="7789439" y="1825625"/>
            <a:ext cx="4139119" cy="4869035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6EFC15D-237F-782A-679B-0C4790F44488}"/>
              </a:ext>
            </a:extLst>
          </p:cNvPr>
          <p:cNvCxnSpPr>
            <a:cxnSpLocks/>
          </p:cNvCxnSpPr>
          <p:nvPr/>
        </p:nvCxnSpPr>
        <p:spPr>
          <a:xfrm>
            <a:off x="336328" y="4475375"/>
            <a:ext cx="4139119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B98F90B3-5069-D76B-632A-A0CA03308823}"/>
              </a:ext>
            </a:extLst>
          </p:cNvPr>
          <p:cNvCxnSpPr>
            <a:cxnSpLocks/>
          </p:cNvCxnSpPr>
          <p:nvPr/>
        </p:nvCxnSpPr>
        <p:spPr>
          <a:xfrm>
            <a:off x="7820244" y="4464015"/>
            <a:ext cx="4139119" cy="0"/>
          </a:xfrm>
          <a:prstGeom prst="line">
            <a:avLst/>
          </a:prstGeom>
          <a:ln w="57150">
            <a:solidFill>
              <a:srgbClr val="A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451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04E31EE-F2CF-12BB-29F6-22E71A352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221" y="2301042"/>
            <a:ext cx="4015735" cy="331058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950" y="78513"/>
            <a:ext cx="1409700" cy="809625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95B1BA0-664C-1559-8DE4-40616DCA14BC}"/>
              </a:ext>
            </a:extLst>
          </p:cNvPr>
          <p:cNvSpPr/>
          <p:nvPr/>
        </p:nvSpPr>
        <p:spPr>
          <a:xfrm>
            <a:off x="232859" y="1174664"/>
            <a:ext cx="4742385" cy="863286"/>
          </a:xfrm>
          <a:prstGeom prst="roundRect">
            <a:avLst/>
          </a:prstGeom>
          <a:noFill/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F9AA2-38D4-24CC-DC65-A71BCD3D17F7}"/>
              </a:ext>
            </a:extLst>
          </p:cNvPr>
          <p:cNvSpPr txBox="1"/>
          <p:nvPr/>
        </p:nvSpPr>
        <p:spPr>
          <a:xfrm>
            <a:off x="0" y="1283141"/>
            <a:ext cx="5208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Цель - создать робота, для прохождения лабиринта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9B9E08A-B938-9E48-B27F-DB2E69BBAA10}"/>
              </a:ext>
            </a:extLst>
          </p:cNvPr>
          <p:cNvCxnSpPr>
            <a:cxnSpLocks/>
          </p:cNvCxnSpPr>
          <p:nvPr/>
        </p:nvCxnSpPr>
        <p:spPr>
          <a:xfrm flipV="1">
            <a:off x="5208103" y="1606306"/>
            <a:ext cx="1885595" cy="3384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C056469-5D93-209F-B31D-DA33211AE298}"/>
              </a:ext>
            </a:extLst>
          </p:cNvPr>
          <p:cNvSpPr/>
          <p:nvPr/>
        </p:nvSpPr>
        <p:spPr>
          <a:xfrm>
            <a:off x="7258048" y="1174664"/>
            <a:ext cx="4742385" cy="863286"/>
          </a:xfrm>
          <a:prstGeom prst="roundRect">
            <a:avLst/>
          </a:prstGeom>
          <a:noFill/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3A21C-34B5-BBFF-450E-6779D6805DB0}"/>
              </a:ext>
            </a:extLst>
          </p:cNvPr>
          <p:cNvSpPr txBox="1"/>
          <p:nvPr/>
        </p:nvSpPr>
        <p:spPr>
          <a:xfrm>
            <a:off x="7025187" y="1376363"/>
            <a:ext cx="5208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Анализ аналогов</a:t>
            </a:r>
          </a:p>
        </p:txBody>
      </p:sp>
      <p:pic>
        <p:nvPicPr>
          <p:cNvPr id="3076" name="Picture 4" descr="Robocup Junior 2018 Montreal Rescue Maze | Team liptoveffect.eu">
            <a:extLst>
              <a:ext uri="{FF2B5EF4-FFF2-40B4-BE49-F238E27FC236}">
                <a16:creationId xmlns:a16="http://schemas.microsoft.com/office/drawing/2014/main" id="{37D677AC-7F2E-FDEB-24A3-B0F7A4BBD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04" t="25618" r="36663" b="13775"/>
          <a:stretch/>
        </p:blipFill>
        <p:spPr bwMode="auto">
          <a:xfrm>
            <a:off x="804832" y="2271290"/>
            <a:ext cx="3495390" cy="334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8695FCB-7FC6-C185-9B93-127346FA4166}"/>
              </a:ext>
            </a:extLst>
          </p:cNvPr>
          <p:cNvSpPr/>
          <p:nvPr/>
        </p:nvSpPr>
        <p:spPr>
          <a:xfrm>
            <a:off x="804832" y="2269039"/>
            <a:ext cx="10673425" cy="3344669"/>
          </a:xfrm>
          <a:prstGeom prst="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 descr="Изображение выглядит как колесо, автокомпонент, шина, Масштабная модел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F6B5075-955E-290B-B9C6-0162E3A16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574" y="2697299"/>
            <a:ext cx="3236843" cy="2329569"/>
          </a:xfrm>
          <a:prstGeom prst="rect">
            <a:avLst/>
          </a:prstGeom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11DC241-F22B-6637-0744-DAF20DE6C3A2}"/>
              </a:ext>
            </a:extLst>
          </p:cNvPr>
          <p:cNvSpPr/>
          <p:nvPr/>
        </p:nvSpPr>
        <p:spPr>
          <a:xfrm>
            <a:off x="3936895" y="5839334"/>
            <a:ext cx="4742385" cy="863286"/>
          </a:xfrm>
          <a:prstGeom prst="roundRect">
            <a:avLst/>
          </a:prstGeom>
          <a:noFill/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2E0A2D-80E5-4ACB-71E3-922F751E4AEF}"/>
              </a:ext>
            </a:extLst>
          </p:cNvPr>
          <p:cNvSpPr txBox="1"/>
          <p:nvPr/>
        </p:nvSpPr>
        <p:spPr>
          <a:xfrm>
            <a:off x="4387982" y="6090465"/>
            <a:ext cx="398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Создание концепции своего робота</a:t>
            </a:r>
          </a:p>
        </p:txBody>
      </p:sp>
    </p:spTree>
    <p:extLst>
      <p:ext uri="{BB962C8B-B14F-4D97-AF65-F5344CB8AC3E}">
        <p14:creationId xmlns:p14="http://schemas.microsoft.com/office/powerpoint/2010/main" val="331628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287" y="43299"/>
            <a:ext cx="1409700" cy="809625"/>
          </a:xfrm>
          <a:prstGeom prst="rect">
            <a:avLst/>
          </a:prstGeo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48B7A1-1C8C-4597-A5A3-26BABFED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704" y="1813583"/>
            <a:ext cx="2036321" cy="1205057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AB3CDF2-34B2-0E56-3105-B5EDE416B7FA}"/>
              </a:ext>
            </a:extLst>
          </p:cNvPr>
          <p:cNvSpPr/>
          <p:nvPr/>
        </p:nvSpPr>
        <p:spPr>
          <a:xfrm>
            <a:off x="1040254" y="1907140"/>
            <a:ext cx="2207771" cy="1034716"/>
          </a:xfrm>
          <a:prstGeom prst="round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2F71D96C-F2D3-74A3-1DAE-9116A5034A30}"/>
              </a:ext>
            </a:extLst>
          </p:cNvPr>
          <p:cNvCxnSpPr>
            <a:cxnSpLocks/>
          </p:cNvCxnSpPr>
          <p:nvPr/>
        </p:nvCxnSpPr>
        <p:spPr>
          <a:xfrm>
            <a:off x="2167973" y="3221582"/>
            <a:ext cx="0" cy="1249826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743F78F-DAF6-7C98-0A85-25287BA1207D}"/>
              </a:ext>
            </a:extLst>
          </p:cNvPr>
          <p:cNvSpPr/>
          <p:nvPr/>
        </p:nvSpPr>
        <p:spPr>
          <a:xfrm>
            <a:off x="1064087" y="4773394"/>
            <a:ext cx="2207771" cy="1034716"/>
          </a:xfrm>
          <a:prstGeom prst="roundRect">
            <a:avLst/>
          </a:prstGeom>
          <a:noFill/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Заголовок 4">
            <a:extLst>
              <a:ext uri="{FF2B5EF4-FFF2-40B4-BE49-F238E27FC236}">
                <a16:creationId xmlns:a16="http://schemas.microsoft.com/office/drawing/2014/main" id="{7A6CFCFB-6784-1E99-76E0-5CAB920A56F3}"/>
              </a:ext>
            </a:extLst>
          </p:cNvPr>
          <p:cNvSpPr txBox="1">
            <a:spLocks/>
          </p:cNvSpPr>
          <p:nvPr/>
        </p:nvSpPr>
        <p:spPr>
          <a:xfrm>
            <a:off x="1306955" y="4696610"/>
            <a:ext cx="1864870" cy="1205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Схема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6FD2B1F-93D2-2E5C-33C8-2F7C82D6D2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456"/>
          <a:stretch/>
        </p:blipFill>
        <p:spPr>
          <a:xfrm>
            <a:off x="4565056" y="1386913"/>
            <a:ext cx="6493468" cy="520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71" y="-1117498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6E38C4B-21FE-B28B-8FA7-B5580ECB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72" y="1462618"/>
            <a:ext cx="11130476" cy="569811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конструкции</a:t>
            </a:r>
          </a:p>
        </p:txBody>
      </p:sp>
      <p:pic>
        <p:nvPicPr>
          <p:cNvPr id="25" name="Рисунок 24" descr="Изображение выглядит как колесо, Масштабная модель, игрушка, транспортное средств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DB71276-004B-443F-ADA2-23651299D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7314" y="2195512"/>
            <a:ext cx="6394040" cy="3921973"/>
          </a:xfrm>
          <a:prstGeom prst="rect">
            <a:avLst/>
          </a:prstGeom>
        </p:spPr>
      </p:pic>
      <p:pic>
        <p:nvPicPr>
          <p:cNvPr id="27" name="Рисунок 26" descr="Изображение выглядит как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DB6F6B5-23AC-C41F-9862-59B67BF76C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019" y="3914467"/>
            <a:ext cx="2430018" cy="230961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E4B3AB0-30FA-C876-F261-F193046DFE2F}"/>
              </a:ext>
            </a:extLst>
          </p:cNvPr>
          <p:cNvSpPr txBox="1"/>
          <p:nvPr/>
        </p:nvSpPr>
        <p:spPr>
          <a:xfrm>
            <a:off x="6545695" y="3767340"/>
            <a:ext cx="1678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Ходовая часть</a:t>
            </a:r>
          </a:p>
          <a:p>
            <a:endParaRPr lang="ru-RU" dirty="0"/>
          </a:p>
        </p:txBody>
      </p:sp>
      <p:pic>
        <p:nvPicPr>
          <p:cNvPr id="30" name="Рисунок 29" descr="Изображение выглядит как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BC6804-2EFF-49EB-1BFE-9D12C620B6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544" y="2353936"/>
            <a:ext cx="2749807" cy="145183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DD65984-7D93-A4F4-262C-3F347E49C638}"/>
              </a:ext>
            </a:extLst>
          </p:cNvPr>
          <p:cNvSpPr txBox="1"/>
          <p:nvPr/>
        </p:nvSpPr>
        <p:spPr>
          <a:xfrm>
            <a:off x="6428082" y="2231075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Передняя часть</a:t>
            </a:r>
          </a:p>
        </p:txBody>
      </p:sp>
      <p:pic>
        <p:nvPicPr>
          <p:cNvPr id="37" name="Рисунок 36" descr="Изображение выглядит как красн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316C328-5CDF-CE49-EC1D-705FAD149F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30" y="2384806"/>
            <a:ext cx="2718028" cy="180398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8838C-8138-6FCD-EA1A-ECB0166E7757}"/>
              </a:ext>
            </a:extLst>
          </p:cNvPr>
          <p:cNvSpPr txBox="1"/>
          <p:nvPr/>
        </p:nvSpPr>
        <p:spPr>
          <a:xfrm>
            <a:off x="9699689" y="2380326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Задняя часть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3A04B501-76FC-92F8-2400-166477B65A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791" y="3809662"/>
            <a:ext cx="4595560" cy="269675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5A6E00E-43B2-66C5-E10C-7431BE4E0251}"/>
              </a:ext>
            </a:extLst>
          </p:cNvPr>
          <p:cNvSpPr txBox="1"/>
          <p:nvPr/>
        </p:nvSpPr>
        <p:spPr>
          <a:xfrm>
            <a:off x="9385839" y="4364164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Система выдачи</a:t>
            </a:r>
          </a:p>
        </p:txBody>
      </p:sp>
    </p:spTree>
    <p:extLst>
      <p:ext uri="{BB962C8B-B14F-4D97-AF65-F5344CB8AC3E}">
        <p14:creationId xmlns:p14="http://schemas.microsoft.com/office/powerpoint/2010/main" val="168749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71" y="-1117498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BA734C2-450F-3826-140B-3EA794B80E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3" b="30942"/>
          <a:stretch/>
        </p:blipFill>
        <p:spPr>
          <a:xfrm>
            <a:off x="675622" y="2525048"/>
            <a:ext cx="4862204" cy="2986038"/>
          </a:xfrm>
          <a:prstGeom prst="rect">
            <a:avLst/>
          </a:prstGeom>
        </p:spPr>
      </p:pic>
      <p:pic>
        <p:nvPicPr>
          <p:cNvPr id="15" name="Рисунок 14" descr="Изображение выглядит как шестерня, металлоизделия, колесо,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FB26283-5A5A-6FEE-9DDB-B69E9BE6DC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" r="9403" b="31345"/>
          <a:stretch/>
        </p:blipFill>
        <p:spPr>
          <a:xfrm>
            <a:off x="6241516" y="2525046"/>
            <a:ext cx="5274862" cy="3144204"/>
          </a:xfrm>
          <a:prstGeom prst="rect">
            <a:avLst/>
          </a:prstGeom>
        </p:spPr>
      </p:pic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C97A1DE8-C1F7-D0F9-20EE-82885D58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26" y="1174360"/>
            <a:ext cx="10515600" cy="1325563"/>
          </a:xfrm>
        </p:spPr>
        <p:txBody>
          <a:bodyPr/>
          <a:lstStyle/>
          <a:p>
            <a:r>
              <a:rPr lang="ru-RU" dirty="0"/>
              <a:t>Способ преодоления препятствий</a:t>
            </a:r>
            <a:br>
              <a:rPr lang="ru-RU" dirty="0"/>
            </a:br>
            <a:r>
              <a:rPr lang="ru-RU" dirty="0"/>
              <a:t>До                                                  После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8CAD51A-5D9D-9BB6-BE81-C39FEA92ED7B}"/>
              </a:ext>
            </a:extLst>
          </p:cNvPr>
          <p:cNvSpPr/>
          <p:nvPr/>
        </p:nvSpPr>
        <p:spPr>
          <a:xfrm>
            <a:off x="418916" y="2539437"/>
            <a:ext cx="5118910" cy="3144203"/>
          </a:xfrm>
          <a:prstGeom prst="rect">
            <a:avLst/>
          </a:prstGeom>
          <a:noFill/>
          <a:ln w="41275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CC19656-698A-547A-35B4-8BD103A36820}"/>
              </a:ext>
            </a:extLst>
          </p:cNvPr>
          <p:cNvSpPr/>
          <p:nvPr/>
        </p:nvSpPr>
        <p:spPr>
          <a:xfrm>
            <a:off x="6397468" y="2518704"/>
            <a:ext cx="5118910" cy="3144203"/>
          </a:xfrm>
          <a:prstGeom prst="rect">
            <a:avLst/>
          </a:prstGeom>
          <a:noFill/>
          <a:ln w="41275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28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921" y="-1117499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C97A1DE8-C1F7-D0F9-20EE-82885D58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912" y="1061884"/>
            <a:ext cx="10956422" cy="1325563"/>
          </a:xfrm>
          <a:solidFill>
            <a:schemeClr val="bg1">
              <a:alpha val="0"/>
            </a:schemeClr>
          </a:solidFill>
        </p:spPr>
        <p:txBody>
          <a:bodyPr/>
          <a:lstStyle/>
          <a:p>
            <a:r>
              <a:rPr lang="ru-RU" dirty="0"/>
              <a:t>Программное обеспечение для </a:t>
            </a:r>
            <a:r>
              <a:rPr lang="en-US" dirty="0"/>
              <a:t>Arduino</a:t>
            </a:r>
            <a:endParaRPr lang="ru-RU" dirty="0"/>
          </a:p>
        </p:txBody>
      </p:sp>
      <p:pic>
        <p:nvPicPr>
          <p:cNvPr id="9" name="Рисунок 8" descr="Изображение выглядит как электроника, Электронная техника, Электронный компонент, Компонент схемы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88FA179-0B2A-05D7-5645-B352BC775F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142" y="4609768"/>
            <a:ext cx="3561269" cy="2372696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19A4EA9-15D4-558C-E737-E887CD5E5F6D}"/>
              </a:ext>
            </a:extLst>
          </p:cNvPr>
          <p:cNvSpPr/>
          <p:nvPr/>
        </p:nvSpPr>
        <p:spPr>
          <a:xfrm>
            <a:off x="6134369" y="2439351"/>
            <a:ext cx="4819863" cy="3946064"/>
          </a:xfrm>
          <a:prstGeom prst="rect">
            <a:avLst/>
          </a:prstGeom>
          <a:solidFill>
            <a:schemeClr val="bg1"/>
          </a:solidFill>
          <a:ln w="3810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 descr="Изображение выглядит как текст, снимок экрана, диаграмм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B3E363E-3F1C-EE60-1D8B-A70B295A29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042" y="2498425"/>
            <a:ext cx="4568516" cy="3827916"/>
          </a:xfrm>
          <a:prstGeom prst="rect">
            <a:avLst/>
          </a:prstGeom>
        </p:spPr>
      </p:pic>
      <p:pic>
        <p:nvPicPr>
          <p:cNvPr id="16" name="Объект 8" descr="Изображение выглядит как электроника, Электронный компонент, Компонент схемы, Электронная техн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C7AB9EC-4408-15F4-DC2C-C8606ED6D5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527" y="1905002"/>
            <a:ext cx="2730497" cy="2047873"/>
          </a:xfrm>
          <a:prstGeom prst="rect">
            <a:avLst/>
          </a:prstGeom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70FB210-B2AA-162A-BA24-1EA153FA4C96}"/>
              </a:ext>
            </a:extLst>
          </p:cNvPr>
          <p:cNvCxnSpPr>
            <a:cxnSpLocks/>
          </p:cNvCxnSpPr>
          <p:nvPr/>
        </p:nvCxnSpPr>
        <p:spPr>
          <a:xfrm>
            <a:off x="2453723" y="3984855"/>
            <a:ext cx="0" cy="1249826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416D206-C49E-CF4C-1B5B-A761960B0906}"/>
              </a:ext>
            </a:extLst>
          </p:cNvPr>
          <p:cNvCxnSpPr>
            <a:cxnSpLocks/>
          </p:cNvCxnSpPr>
          <p:nvPr/>
        </p:nvCxnSpPr>
        <p:spPr>
          <a:xfrm flipV="1">
            <a:off x="3079024" y="3672581"/>
            <a:ext cx="0" cy="1251844"/>
          </a:xfrm>
          <a:prstGeom prst="straightConnector1">
            <a:avLst/>
          </a:prstGeom>
          <a:ln w="76200">
            <a:solidFill>
              <a:srgbClr val="A8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41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921" y="-1117499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черный, темнота, пространство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6065F4B-3095-5AD6-95BB-6EB08200B3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28" y="4613100"/>
            <a:ext cx="4241202" cy="1341091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круг, снимок экрана, Красочность, Графи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B3826CD-2861-4142-E2AF-DEB0E80EAB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65093"/>
            <a:ext cx="4931681" cy="22585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272AC0B-1015-2B25-AE53-13D9231F9A51}"/>
              </a:ext>
            </a:extLst>
          </p:cNvPr>
          <p:cNvSpPr txBox="1"/>
          <p:nvPr/>
        </p:nvSpPr>
        <p:spPr>
          <a:xfrm>
            <a:off x="183384" y="1264888"/>
            <a:ext cx="10798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Программное обеспечение для </a:t>
            </a:r>
            <a:r>
              <a:rPr lang="en-US" sz="4400" dirty="0"/>
              <a:t>Raspberry</a:t>
            </a:r>
            <a:endParaRPr lang="ru-RU" sz="4400" dirty="0"/>
          </a:p>
        </p:txBody>
      </p:sp>
      <p:pic>
        <p:nvPicPr>
          <p:cNvPr id="4098" name="Picture 2" descr="Robocup Junior Maze">
            <a:extLst>
              <a:ext uri="{FF2B5EF4-FFF2-40B4-BE49-F238E27FC236}">
                <a16:creationId xmlns:a16="http://schemas.microsoft.com/office/drawing/2014/main" id="{CA069A0B-647D-8081-37BF-73E890B03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80" y="2749174"/>
            <a:ext cx="4505694" cy="320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498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73F4132-CDD0-A841-E437-6057E21B64DA}"/>
              </a:ext>
            </a:extLst>
          </p:cNvPr>
          <p:cNvSpPr/>
          <p:nvPr/>
        </p:nvSpPr>
        <p:spPr>
          <a:xfrm>
            <a:off x="3143250" y="2057400"/>
            <a:ext cx="5876925" cy="106680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A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DBCA87-DF4F-BC65-EC96-062DC3F212A2}"/>
              </a:ext>
            </a:extLst>
          </p:cNvPr>
          <p:cNvSpPr/>
          <p:nvPr/>
        </p:nvSpPr>
        <p:spPr>
          <a:xfrm>
            <a:off x="-125361" y="-169606"/>
            <a:ext cx="12668864" cy="1231490"/>
          </a:xfrm>
          <a:prstGeom prst="rect">
            <a:avLst/>
          </a:prstGeom>
          <a:solidFill>
            <a:srgbClr val="A8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 descr="Изображение выглядит как колесо, транспортное средство, Наземный транспорт, Игрушечный транспор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9C3587D-B469-18B0-157D-9291035AF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921" y="-1117499"/>
            <a:ext cx="5504767" cy="41242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круг, компакт-диск, Красочност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15363FF-A57D-433C-8C23-B34B38FE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2" y="135014"/>
            <a:ext cx="1409700" cy="809625"/>
          </a:xfrm>
          <a:prstGeom prst="rect">
            <a:avLst/>
          </a:prstGeom>
        </p:spPr>
      </p:pic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C97A1DE8-C1F7-D0F9-20EE-82885D58A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74" y="1933575"/>
            <a:ext cx="5504767" cy="1333500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AC4BBF-6B59-BA1A-DE0A-9039999C3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050" y="4124324"/>
            <a:ext cx="11392511" cy="227647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dirty="0"/>
              <a:t>Участники</a:t>
            </a:r>
            <a:r>
              <a:rPr lang="en-US" dirty="0"/>
              <a:t>: </a:t>
            </a:r>
            <a:endParaRPr lang="ru-RU" dirty="0"/>
          </a:p>
          <a:p>
            <a:pPr marL="0" indent="0" algn="ctr">
              <a:buNone/>
            </a:pPr>
            <a:r>
              <a:rPr lang="ru-RU" dirty="0"/>
              <a:t>Лев Гарин, Каверзнев Дмитрий</a:t>
            </a:r>
          </a:p>
          <a:p>
            <a:pPr marL="0" indent="0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Преподаватели</a:t>
            </a:r>
            <a:r>
              <a:rPr lang="en-US" dirty="0"/>
              <a:t>: </a:t>
            </a:r>
            <a:endParaRPr lang="ru-RU" dirty="0"/>
          </a:p>
          <a:p>
            <a:pPr marL="0" indent="0" algn="ctr">
              <a:buNone/>
            </a:pPr>
            <a:r>
              <a:rPr lang="ru-RU" dirty="0"/>
              <a:t>Мерзлякова Юлия Игоревна, </a:t>
            </a:r>
          </a:p>
          <a:p>
            <a:pPr marL="0" indent="0" algn="ctr">
              <a:buNone/>
            </a:pPr>
            <a:r>
              <a:rPr lang="ru-RU" dirty="0"/>
              <a:t>Викторов Борис Викторевич</a:t>
            </a:r>
          </a:p>
        </p:txBody>
      </p:sp>
    </p:spTree>
    <p:extLst>
      <p:ext uri="{BB962C8B-B14F-4D97-AF65-F5344CB8AC3E}">
        <p14:creationId xmlns:p14="http://schemas.microsoft.com/office/powerpoint/2010/main" val="39709714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632</Words>
  <Application>Microsoft Office PowerPoint</Application>
  <PresentationFormat>Широкоэкранный</PresentationFormat>
  <Paragraphs>57</Paragraphs>
  <Slides>10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Тема Office</vt:lpstr>
      <vt:lpstr>Создание робота для исследования лабиринта с препятствиями и маркерами </vt:lpstr>
      <vt:lpstr>Актуальность – роботы для спасания людей</vt:lpstr>
      <vt:lpstr>Схожесть с реальной ситуацией</vt:lpstr>
      <vt:lpstr>Презентация PowerPoint</vt:lpstr>
      <vt:lpstr>Задача</vt:lpstr>
      <vt:lpstr>Разработка конструкции</vt:lpstr>
      <vt:lpstr>Способ преодоления препятствий До                                                  После</vt:lpstr>
      <vt:lpstr>Программное обеспечение для Arduino</vt:lpstr>
      <vt:lpstr>Презентация PowerPoint</vt:lpstr>
      <vt:lpstr>Спасибо за внимание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 Garin</dc:creator>
  <cp:lastModifiedBy>Lev Garin</cp:lastModifiedBy>
  <cp:revision>1</cp:revision>
  <dcterms:created xsi:type="dcterms:W3CDTF">2026-05-03T13:16:17Z</dcterms:created>
  <dcterms:modified xsi:type="dcterms:W3CDTF">2026-05-04T15:17:44Z</dcterms:modified>
</cp:coreProperties>
</file>