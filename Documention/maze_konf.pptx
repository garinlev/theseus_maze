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8" r:id="rId3"/>
    <p:sldId id="269" r:id="rId4"/>
    <p:sldId id="271" r:id="rId5"/>
    <p:sldId id="263" r:id="rId6"/>
    <p:sldId id="260" r:id="rId7"/>
    <p:sldId id="259" r:id="rId8"/>
    <p:sldId id="264" r:id="rId9"/>
    <p:sldId id="265" r:id="rId10"/>
    <p:sldId id="267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0000"/>
    <a:srgbClr val="FEF5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49" autoAdjust="0"/>
    <p:restoredTop sz="76494" autoAdjust="0"/>
  </p:normalViewPr>
  <p:slideViewPr>
    <p:cSldViewPr snapToGrid="0">
      <p:cViewPr varScale="1">
        <p:scale>
          <a:sx n="64" d="100"/>
          <a:sy n="64" d="100"/>
        </p:scale>
        <p:origin x="111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v Garin" userId="dff945ffe588d945" providerId="LiveId" clId="{D4704195-8404-431A-8FB0-7467C398DCCE}"/>
    <pc:docChg chg="undo custSel modSld sldOrd">
      <pc:chgData name="Lev Garin" userId="dff945ffe588d945" providerId="LiveId" clId="{D4704195-8404-431A-8FB0-7467C398DCCE}" dt="2026-05-04T22:30:01.653" v="3085"/>
      <pc:docMkLst>
        <pc:docMk/>
      </pc:docMkLst>
      <pc:sldChg chg="addSp delSp modSp mod">
        <pc:chgData name="Lev Garin" userId="dff945ffe588d945" providerId="LiveId" clId="{D4704195-8404-431A-8FB0-7467C398DCCE}" dt="2026-05-04T20:47:22.606" v="2990" actId="1037"/>
        <pc:sldMkLst>
          <pc:docMk/>
          <pc:sldMk cId="3617371943" sldId="256"/>
        </pc:sldMkLst>
        <pc:spChg chg="mod">
          <ac:chgData name="Lev Garin" userId="dff945ffe588d945" providerId="LiveId" clId="{D4704195-8404-431A-8FB0-7467C398DCCE}" dt="2026-05-04T19:53:02.161" v="2678" actId="20577"/>
          <ac:spMkLst>
            <pc:docMk/>
            <pc:sldMk cId="3617371943" sldId="256"/>
            <ac:spMk id="3" creationId="{D5B5D85C-DD7F-09D4-9A0C-CFF855C683B1}"/>
          </ac:spMkLst>
        </pc:spChg>
        <pc:spChg chg="add del">
          <ac:chgData name="Lev Garin" userId="dff945ffe588d945" providerId="LiveId" clId="{D4704195-8404-431A-8FB0-7467C398DCCE}" dt="2026-05-04T20:46:55.866" v="2975" actId="22"/>
          <ac:spMkLst>
            <pc:docMk/>
            <pc:sldMk cId="3617371943" sldId="256"/>
            <ac:spMk id="6" creationId="{57CD4BD6-34CA-749E-C57D-5B05F25821D6}"/>
          </ac:spMkLst>
        </pc:spChg>
        <pc:picChg chg="mod">
          <ac:chgData name="Lev Garin" userId="dff945ffe588d945" providerId="LiveId" clId="{D4704195-8404-431A-8FB0-7467C398DCCE}" dt="2026-05-04T20:46:52.761" v="2973" actId="1076"/>
          <ac:picMkLst>
            <pc:docMk/>
            <pc:sldMk cId="3617371943" sldId="256"/>
            <ac:picMk id="11" creationId="{715363FF-A57D-433C-8C23-B34B38FEC054}"/>
          </ac:picMkLst>
        </pc:picChg>
        <pc:picChg chg="add mod">
          <ac:chgData name="Lev Garin" userId="dff945ffe588d945" providerId="LiveId" clId="{D4704195-8404-431A-8FB0-7467C398DCCE}" dt="2026-05-04T20:47:22.606" v="2990" actId="1037"/>
          <ac:picMkLst>
            <pc:docMk/>
            <pc:sldMk cId="3617371943" sldId="256"/>
            <ac:picMk id="1026" creationId="{413DBB3F-FF29-2925-30F0-624A6A347855}"/>
          </ac:picMkLst>
        </pc:picChg>
      </pc:sldChg>
      <pc:sldChg chg="addSp delSp modSp mod modNotesTx">
        <pc:chgData name="Lev Garin" userId="dff945ffe588d945" providerId="LiveId" clId="{D4704195-8404-431A-8FB0-7467C398DCCE}" dt="2026-05-04T21:37:34.957" v="3047"/>
        <pc:sldMkLst>
          <pc:docMk/>
          <pc:sldMk cId="2585280110" sldId="259"/>
        </pc:sldMkLst>
        <pc:spChg chg="add mod">
          <ac:chgData name="Lev Garin" userId="dff945ffe588d945" providerId="LiveId" clId="{D4704195-8404-431A-8FB0-7467C398DCCE}" dt="2026-05-04T20:51:11.681" v="3025"/>
          <ac:spMkLst>
            <pc:docMk/>
            <pc:sldMk cId="2585280110" sldId="259"/>
            <ac:spMk id="3" creationId="{FE1B25B8-906E-833A-6422-C3FBC5D9E247}"/>
          </ac:spMkLst>
        </pc:spChg>
        <pc:spChg chg="mod">
          <ac:chgData name="Lev Garin" userId="dff945ffe588d945" providerId="LiveId" clId="{D4704195-8404-431A-8FB0-7467C398DCCE}" dt="2026-05-04T17:27:20.609" v="2562" actId="1035"/>
          <ac:spMkLst>
            <pc:docMk/>
            <pc:sldMk cId="2585280110" sldId="259"/>
            <ac:spMk id="16" creationId="{FCC19656-698A-547A-35B4-8BD103A36820}"/>
          </ac:spMkLst>
        </pc:spChg>
        <pc:spChg chg="mod">
          <ac:chgData name="Lev Garin" userId="dff945ffe588d945" providerId="LiveId" clId="{D4704195-8404-431A-8FB0-7467C398DCCE}" dt="2026-05-04T20:16:47.905" v="2934" actId="20577"/>
          <ac:spMkLst>
            <pc:docMk/>
            <pc:sldMk cId="2585280110" sldId="259"/>
            <ac:spMk id="17" creationId="{C97A1DE8-C1F7-D0F9-20EE-82885D58A5F3}"/>
          </ac:spMkLst>
        </pc:spChg>
        <pc:spChg chg="mod">
          <ac:chgData name="Lev Garin" userId="dff945ffe588d945" providerId="LiveId" clId="{D4704195-8404-431A-8FB0-7467C398DCCE}" dt="2026-05-04T17:27:20.609" v="2562" actId="1035"/>
          <ac:spMkLst>
            <pc:docMk/>
            <pc:sldMk cId="2585280110" sldId="259"/>
            <ac:spMk id="21" creationId="{08CAD51A-5D9D-9BB6-BE81-C39FEA92ED7B}"/>
          </ac:spMkLst>
        </pc:spChg>
        <pc:picChg chg="add mod">
          <ac:chgData name="Lev Garin" userId="dff945ffe588d945" providerId="LiveId" clId="{D4704195-8404-431A-8FB0-7467C398DCCE}" dt="2026-05-04T20:47:53.329" v="2999"/>
          <ac:picMkLst>
            <pc:docMk/>
            <pc:sldMk cId="2585280110" sldId="259"/>
            <ac:picMk id="2" creationId="{C4DFDEBC-7547-8B9D-5ECA-85875855F41F}"/>
          </ac:picMkLst>
        </pc:picChg>
        <pc:picChg chg="add mod">
          <ac:chgData name="Lev Garin" userId="dff945ffe588d945" providerId="LiveId" clId="{D4704195-8404-431A-8FB0-7467C398DCCE}" dt="2026-05-04T20:51:13.210" v="3027" actId="962"/>
          <ac:picMkLst>
            <pc:docMk/>
            <pc:sldMk cId="2585280110" sldId="259"/>
            <ac:picMk id="5" creationId="{3F75F6FA-030D-822F-0121-D51D497533C2}"/>
          </ac:picMkLst>
        </pc:picChg>
        <pc:picChg chg="del">
          <ac:chgData name="Lev Garin" userId="dff945ffe588d945" providerId="LiveId" clId="{D4704195-8404-431A-8FB0-7467C398DCCE}" dt="2026-05-04T20:51:11.152" v="3024" actId="478"/>
          <ac:picMkLst>
            <pc:docMk/>
            <pc:sldMk cId="2585280110" sldId="259"/>
            <ac:picMk id="7" creationId="{09C3587D-B469-18B0-157D-9291035AF357}"/>
          </ac:picMkLst>
        </pc:picChg>
        <pc:picChg chg="del">
          <ac:chgData name="Lev Garin" userId="dff945ffe588d945" providerId="LiveId" clId="{D4704195-8404-431A-8FB0-7467C398DCCE}" dt="2026-05-04T20:47:52.708" v="2998" actId="478"/>
          <ac:picMkLst>
            <pc:docMk/>
            <pc:sldMk cId="2585280110" sldId="259"/>
            <ac:picMk id="11" creationId="{715363FF-A57D-433C-8C23-B34B38FEC054}"/>
          </ac:picMkLst>
        </pc:picChg>
        <pc:picChg chg="mod">
          <ac:chgData name="Lev Garin" userId="dff945ffe588d945" providerId="LiveId" clId="{D4704195-8404-431A-8FB0-7467C398DCCE}" dt="2026-05-04T17:27:20.609" v="2562" actId="1035"/>
          <ac:picMkLst>
            <pc:docMk/>
            <pc:sldMk cId="2585280110" sldId="259"/>
            <ac:picMk id="14" creationId="{CBA734C2-450F-3826-140B-3EA794B80EF0}"/>
          </ac:picMkLst>
        </pc:picChg>
        <pc:picChg chg="mod">
          <ac:chgData name="Lev Garin" userId="dff945ffe588d945" providerId="LiveId" clId="{D4704195-8404-431A-8FB0-7467C398DCCE}" dt="2026-05-04T17:27:20.609" v="2562" actId="1035"/>
          <ac:picMkLst>
            <pc:docMk/>
            <pc:sldMk cId="2585280110" sldId="259"/>
            <ac:picMk id="15" creationId="{1FB26283-5A5A-6FEE-9DDB-B69E9BE6DC89}"/>
          </ac:picMkLst>
        </pc:picChg>
      </pc:sldChg>
      <pc:sldChg chg="addSp delSp modSp mod modNotesTx">
        <pc:chgData name="Lev Garin" userId="dff945ffe588d945" providerId="LiveId" clId="{D4704195-8404-431A-8FB0-7467C398DCCE}" dt="2026-05-04T22:29:33.804" v="3083"/>
        <pc:sldMkLst>
          <pc:docMk/>
          <pc:sldMk cId="168749935" sldId="260"/>
        </pc:sldMkLst>
        <pc:spChg chg="ord">
          <ac:chgData name="Lev Garin" userId="dff945ffe588d945" providerId="LiveId" clId="{D4704195-8404-431A-8FB0-7467C398DCCE}" dt="2026-05-04T20:50:24.002" v="3021" actId="167"/>
          <ac:spMkLst>
            <pc:docMk/>
            <pc:sldMk cId="168749935" sldId="260"/>
            <ac:spMk id="4" creationId="{F5DBCA87-DF4F-BC65-EC96-062DC3F212A2}"/>
          </ac:spMkLst>
        </pc:spChg>
        <pc:spChg chg="mod">
          <ac:chgData name="Lev Garin" userId="dff945ffe588d945" providerId="LiveId" clId="{D4704195-8404-431A-8FB0-7467C398DCCE}" dt="2026-05-04T17:26:35.994" v="2510" actId="1076"/>
          <ac:spMkLst>
            <pc:docMk/>
            <pc:sldMk cId="168749935" sldId="260"/>
            <ac:spMk id="6" creationId="{26E38C4B-21FE-B28B-8FA7-B5580ECB776F}"/>
          </ac:spMkLst>
        </pc:spChg>
        <pc:spChg chg="add mod ord">
          <ac:chgData name="Lev Garin" userId="dff945ffe588d945" providerId="LiveId" clId="{D4704195-8404-431A-8FB0-7467C398DCCE}" dt="2026-05-04T20:50:14.544" v="3020" actId="167"/>
          <ac:spMkLst>
            <pc:docMk/>
            <pc:sldMk cId="168749935" sldId="260"/>
            <ac:spMk id="16" creationId="{3C26CEB3-40D7-6300-B51F-C9B359C272C6}"/>
          </ac:spMkLst>
        </pc:spChg>
        <pc:spChg chg="mod">
          <ac:chgData name="Lev Garin" userId="dff945ffe588d945" providerId="LiveId" clId="{D4704195-8404-431A-8FB0-7467C398DCCE}" dt="2026-05-04T20:08:23.446" v="2796" actId="1076"/>
          <ac:spMkLst>
            <pc:docMk/>
            <pc:sldMk cId="168749935" sldId="260"/>
            <ac:spMk id="31" creationId="{6DD65984-7D93-A4F4-262C-3F347E49C638}"/>
          </ac:spMkLst>
        </pc:spChg>
        <pc:spChg chg="mod">
          <ac:chgData name="Lev Garin" userId="dff945ffe588d945" providerId="LiveId" clId="{D4704195-8404-431A-8FB0-7467C398DCCE}" dt="2026-05-04T22:15:30.562" v="3072" actId="20577"/>
          <ac:spMkLst>
            <pc:docMk/>
            <pc:sldMk cId="168749935" sldId="260"/>
            <ac:spMk id="38" creationId="{2B88838C-8138-6FCD-EA1A-ECB0166E7757}"/>
          </ac:spMkLst>
        </pc:spChg>
        <pc:picChg chg="add mod">
          <ac:chgData name="Lev Garin" userId="dff945ffe588d945" providerId="LiveId" clId="{D4704195-8404-431A-8FB0-7467C398DCCE}" dt="2026-05-04T17:26:47.834" v="2515" actId="1076"/>
          <ac:picMkLst>
            <pc:docMk/>
            <pc:sldMk cId="168749935" sldId="260"/>
            <ac:picMk id="3" creationId="{5C0C9770-3164-FF43-39FE-8154683FDBD3}"/>
          </ac:picMkLst>
        </pc:picChg>
        <pc:picChg chg="add del">
          <ac:chgData name="Lev Garin" userId="dff945ffe588d945" providerId="LiveId" clId="{D4704195-8404-431A-8FB0-7467C398DCCE}" dt="2026-05-04T20:08:59.013" v="2799" actId="478"/>
          <ac:picMkLst>
            <pc:docMk/>
            <pc:sldMk cId="168749935" sldId="260"/>
            <ac:picMk id="5" creationId="{488A6F12-D6DA-0695-C955-4A6CE27769D5}"/>
          </ac:picMkLst>
        </pc:picChg>
        <pc:picChg chg="mod modCrop">
          <ac:chgData name="Lev Garin" userId="dff945ffe588d945" providerId="LiveId" clId="{D4704195-8404-431A-8FB0-7467C398DCCE}" dt="2026-05-04T20:51:03.100" v="3023" actId="732"/>
          <ac:picMkLst>
            <pc:docMk/>
            <pc:sldMk cId="168749935" sldId="260"/>
            <ac:picMk id="7" creationId="{09C3587D-B469-18B0-157D-9291035AF357}"/>
          </ac:picMkLst>
        </pc:picChg>
        <pc:picChg chg="add mod">
          <ac:chgData name="Lev Garin" userId="dff945ffe588d945" providerId="LiveId" clId="{D4704195-8404-431A-8FB0-7467C398DCCE}" dt="2026-05-04T20:14:17.633" v="2818" actId="1076"/>
          <ac:picMkLst>
            <pc:docMk/>
            <pc:sldMk cId="168749935" sldId="260"/>
            <ac:picMk id="9" creationId="{59301A2D-67A7-12D3-31CF-0986C59A3A8E}"/>
          </ac:picMkLst>
        </pc:picChg>
        <pc:picChg chg="del">
          <ac:chgData name="Lev Garin" userId="dff945ffe588d945" providerId="LiveId" clId="{D4704195-8404-431A-8FB0-7467C398DCCE}" dt="2026-05-04T20:47:48.160" v="2996" actId="478"/>
          <ac:picMkLst>
            <pc:docMk/>
            <pc:sldMk cId="168749935" sldId="260"/>
            <ac:picMk id="11" creationId="{715363FF-A57D-433C-8C23-B34B38FEC054}"/>
          </ac:picMkLst>
        </pc:picChg>
        <pc:picChg chg="add mod">
          <ac:chgData name="Lev Garin" userId="dff945ffe588d945" providerId="LiveId" clId="{D4704195-8404-431A-8FB0-7467C398DCCE}" dt="2026-05-04T20:14:02.036" v="2816" actId="1076"/>
          <ac:picMkLst>
            <pc:docMk/>
            <pc:sldMk cId="168749935" sldId="260"/>
            <ac:picMk id="12" creationId="{6E449802-A6A7-C0F8-6027-BB2B17D0358D}"/>
          </ac:picMkLst>
        </pc:picChg>
        <pc:picChg chg="add mod">
          <ac:chgData name="Lev Garin" userId="dff945ffe588d945" providerId="LiveId" clId="{D4704195-8404-431A-8FB0-7467C398DCCE}" dt="2026-05-04T20:15:45.199" v="2828" actId="1076"/>
          <ac:picMkLst>
            <pc:docMk/>
            <pc:sldMk cId="168749935" sldId="260"/>
            <ac:picMk id="14" creationId="{A3FD4ABB-9082-FF35-A677-407D0F72BB58}"/>
          </ac:picMkLst>
        </pc:picChg>
        <pc:picChg chg="add mod">
          <ac:chgData name="Lev Garin" userId="dff945ffe588d945" providerId="LiveId" clId="{D4704195-8404-431A-8FB0-7467C398DCCE}" dt="2026-05-04T20:47:48.985" v="2997"/>
          <ac:picMkLst>
            <pc:docMk/>
            <pc:sldMk cId="168749935" sldId="260"/>
            <ac:picMk id="15" creationId="{739971D5-6EA4-0B4A-B7F3-425318E57229}"/>
          </ac:picMkLst>
        </pc:picChg>
        <pc:picChg chg="mod">
          <ac:chgData name="Lev Garin" userId="dff945ffe588d945" providerId="LiveId" clId="{D4704195-8404-431A-8FB0-7467C398DCCE}" dt="2026-05-04T17:26:46.461" v="2514" actId="1076"/>
          <ac:picMkLst>
            <pc:docMk/>
            <pc:sldMk cId="168749935" sldId="260"/>
            <ac:picMk id="25" creationId="{ADB71276-004B-443F-ADA2-23651299DD0D}"/>
          </ac:picMkLst>
        </pc:picChg>
        <pc:picChg chg="del">
          <ac:chgData name="Lev Garin" userId="dff945ffe588d945" providerId="LiveId" clId="{D4704195-8404-431A-8FB0-7467C398DCCE}" dt="2026-05-04T20:13:38.189" v="2807" actId="478"/>
          <ac:picMkLst>
            <pc:docMk/>
            <pc:sldMk cId="168749935" sldId="260"/>
            <ac:picMk id="30" creationId="{0ABC6804-2EFF-49EB-1BFE-9D12C620B653}"/>
          </ac:picMkLst>
        </pc:picChg>
        <pc:picChg chg="del">
          <ac:chgData name="Lev Garin" userId="dff945ffe588d945" providerId="LiveId" clId="{D4704195-8404-431A-8FB0-7467C398DCCE}" dt="2026-05-04T20:08:56.526" v="2797" actId="478"/>
          <ac:picMkLst>
            <pc:docMk/>
            <pc:sldMk cId="168749935" sldId="260"/>
            <ac:picMk id="37" creationId="{B316C328-5CDF-CE49-EC1D-705FAD149FC9}"/>
          </ac:picMkLst>
        </pc:picChg>
        <pc:picChg chg="del">
          <ac:chgData name="Lev Garin" userId="dff945ffe588d945" providerId="LiveId" clId="{D4704195-8404-431A-8FB0-7467C398DCCE}" dt="2026-05-04T20:15:09.337" v="2819" actId="478"/>
          <ac:picMkLst>
            <pc:docMk/>
            <pc:sldMk cId="168749935" sldId="260"/>
            <ac:picMk id="40" creationId="{3A04B501-76FC-92F8-2400-166477B65A6F}"/>
          </ac:picMkLst>
        </pc:picChg>
      </pc:sldChg>
      <pc:sldChg chg="addSp delSp modSp mod modNotesTx">
        <pc:chgData name="Lev Garin" userId="dff945ffe588d945" providerId="LiveId" clId="{D4704195-8404-431A-8FB0-7467C398DCCE}" dt="2026-05-04T22:29:15.422" v="3080"/>
        <pc:sldMkLst>
          <pc:docMk/>
          <pc:sldMk cId="16321967" sldId="263"/>
        </pc:sldMkLst>
        <pc:picChg chg="add mod">
          <ac:chgData name="Lev Garin" userId="dff945ffe588d945" providerId="LiveId" clId="{D4704195-8404-431A-8FB0-7467C398DCCE}" dt="2026-05-04T20:47:43.439" v="2995"/>
          <ac:picMkLst>
            <pc:docMk/>
            <pc:sldMk cId="16321967" sldId="263"/>
            <ac:picMk id="2" creationId="{F11DC409-F72C-BE40-4A13-65757721F413}"/>
          </ac:picMkLst>
        </pc:picChg>
        <pc:picChg chg="del">
          <ac:chgData name="Lev Garin" userId="dff945ffe588d945" providerId="LiveId" clId="{D4704195-8404-431A-8FB0-7467C398DCCE}" dt="2026-05-04T20:48:49.897" v="3008" actId="478"/>
          <ac:picMkLst>
            <pc:docMk/>
            <pc:sldMk cId="16321967" sldId="263"/>
            <ac:picMk id="11" creationId="{715363FF-A57D-433C-8C23-B34B38FEC054}"/>
          </ac:picMkLst>
        </pc:picChg>
        <pc:picChg chg="mod modCrop">
          <ac:chgData name="Lev Garin" userId="dff945ffe588d945" providerId="LiveId" clId="{D4704195-8404-431A-8FB0-7467C398DCCE}" dt="2026-05-04T18:10:57.418" v="2674" actId="1076"/>
          <ac:picMkLst>
            <pc:docMk/>
            <pc:sldMk cId="16321967" sldId="263"/>
            <ac:picMk id="27" creationId="{36FD2B1F-93D2-2E5C-33C8-2F7C82D6D2C7}"/>
          </ac:picMkLst>
        </pc:picChg>
      </pc:sldChg>
      <pc:sldChg chg="addSp delSp modSp mod modNotesTx">
        <pc:chgData name="Lev Garin" userId="dff945ffe588d945" providerId="LiveId" clId="{D4704195-8404-431A-8FB0-7467C398DCCE}" dt="2026-05-04T22:30:01.653" v="3085"/>
        <pc:sldMkLst>
          <pc:docMk/>
          <pc:sldMk cId="1552411792" sldId="264"/>
        </pc:sldMkLst>
        <pc:spChg chg="add mod">
          <ac:chgData name="Lev Garin" userId="dff945ffe588d945" providerId="LiveId" clId="{D4704195-8404-431A-8FB0-7467C398DCCE}" dt="2026-05-04T20:51:20.440" v="3029"/>
          <ac:spMkLst>
            <pc:docMk/>
            <pc:sldMk cId="1552411792" sldId="264"/>
            <ac:spMk id="3" creationId="{22AB26AD-A915-561A-9FC9-CE7081BDC26D}"/>
          </ac:spMkLst>
        </pc:spChg>
        <pc:picChg chg="add mod">
          <ac:chgData name="Lev Garin" userId="dff945ffe588d945" providerId="LiveId" clId="{D4704195-8404-431A-8FB0-7467C398DCCE}" dt="2026-05-04T20:47:57.082" v="3001"/>
          <ac:picMkLst>
            <pc:docMk/>
            <pc:sldMk cId="1552411792" sldId="264"/>
            <ac:picMk id="2" creationId="{F8AC7CF2-12BF-D559-5A39-C022B9245D34}"/>
          </ac:picMkLst>
        </pc:picChg>
        <pc:picChg chg="add mod">
          <ac:chgData name="Lev Garin" userId="dff945ffe588d945" providerId="LiveId" clId="{D4704195-8404-431A-8FB0-7467C398DCCE}" dt="2026-05-04T20:51:20.440" v="3029"/>
          <ac:picMkLst>
            <pc:docMk/>
            <pc:sldMk cId="1552411792" sldId="264"/>
            <ac:picMk id="5" creationId="{E34A7F64-0C82-EB3D-B096-81DF9148762E}"/>
          </ac:picMkLst>
        </pc:picChg>
        <pc:picChg chg="del">
          <ac:chgData name="Lev Garin" userId="dff945ffe588d945" providerId="LiveId" clId="{D4704195-8404-431A-8FB0-7467C398DCCE}" dt="2026-05-04T20:51:19.757" v="3028" actId="478"/>
          <ac:picMkLst>
            <pc:docMk/>
            <pc:sldMk cId="1552411792" sldId="264"/>
            <ac:picMk id="7" creationId="{09C3587D-B469-18B0-157D-9291035AF357}"/>
          </ac:picMkLst>
        </pc:picChg>
        <pc:picChg chg="del">
          <ac:chgData name="Lev Garin" userId="dff945ffe588d945" providerId="LiveId" clId="{D4704195-8404-431A-8FB0-7467C398DCCE}" dt="2026-05-04T20:47:56.543" v="3000" actId="478"/>
          <ac:picMkLst>
            <pc:docMk/>
            <pc:sldMk cId="1552411792" sldId="264"/>
            <ac:picMk id="11" creationId="{715363FF-A57D-433C-8C23-B34B38FEC054}"/>
          </ac:picMkLst>
        </pc:picChg>
      </pc:sldChg>
      <pc:sldChg chg="addSp delSp modSp mod modNotesTx">
        <pc:chgData name="Lev Garin" userId="dff945ffe588d945" providerId="LiveId" clId="{D4704195-8404-431A-8FB0-7467C398DCCE}" dt="2026-05-04T22:29:53.637" v="3084"/>
        <pc:sldMkLst>
          <pc:docMk/>
          <pc:sldMk cId="2887498545" sldId="265"/>
        </pc:sldMkLst>
        <pc:spChg chg="add del">
          <ac:chgData name="Lev Garin" userId="dff945ffe588d945" providerId="LiveId" clId="{D4704195-8404-431A-8FB0-7467C398DCCE}" dt="2026-05-04T15:45:04.008" v="2128" actId="22"/>
          <ac:spMkLst>
            <pc:docMk/>
            <pc:sldMk cId="2887498545" sldId="265"/>
            <ac:spMk id="3" creationId="{18B3EE7F-67CF-2A6C-806F-9DB793C1E30E}"/>
          </ac:spMkLst>
        </pc:spChg>
        <pc:spChg chg="add mod">
          <ac:chgData name="Lev Garin" userId="dff945ffe588d945" providerId="LiveId" clId="{D4704195-8404-431A-8FB0-7467C398DCCE}" dt="2026-05-04T15:59:47.366" v="2358" actId="1076"/>
          <ac:spMkLst>
            <pc:docMk/>
            <pc:sldMk cId="2887498545" sldId="265"/>
            <ac:spMk id="8" creationId="{30666497-B4EE-2D9C-A2D6-70964141291C}"/>
          </ac:spMkLst>
        </pc:spChg>
        <pc:spChg chg="add mod">
          <ac:chgData name="Lev Garin" userId="dff945ffe588d945" providerId="LiveId" clId="{D4704195-8404-431A-8FB0-7467C398DCCE}" dt="2026-05-04T15:59:47.366" v="2358" actId="1076"/>
          <ac:spMkLst>
            <pc:docMk/>
            <pc:sldMk cId="2887498545" sldId="265"/>
            <ac:spMk id="9" creationId="{CEB407E8-31BC-4DC3-18F9-281B9AA18ECC}"/>
          </ac:spMkLst>
        </pc:spChg>
        <pc:spChg chg="add mod">
          <ac:chgData name="Lev Garin" userId="dff945ffe588d945" providerId="LiveId" clId="{D4704195-8404-431A-8FB0-7467C398DCCE}" dt="2026-05-04T15:59:47.366" v="2358" actId="1076"/>
          <ac:spMkLst>
            <pc:docMk/>
            <pc:sldMk cId="2887498545" sldId="265"/>
            <ac:spMk id="10" creationId="{D02FCA65-A2B7-8CF7-F2B2-4079AE3D7EBC}"/>
          </ac:spMkLst>
        </pc:spChg>
        <pc:spChg chg="add mod">
          <ac:chgData name="Lev Garin" userId="dff945ffe588d945" providerId="LiveId" clId="{D4704195-8404-431A-8FB0-7467C398DCCE}" dt="2026-05-04T15:59:47.366" v="2358" actId="1076"/>
          <ac:spMkLst>
            <pc:docMk/>
            <pc:sldMk cId="2887498545" sldId="265"/>
            <ac:spMk id="12" creationId="{33D49FD5-4B0A-89BB-36DC-FCE803A30BFA}"/>
          </ac:spMkLst>
        </pc:spChg>
        <pc:spChg chg="add mod">
          <ac:chgData name="Lev Garin" userId="dff945ffe588d945" providerId="LiveId" clId="{D4704195-8404-431A-8FB0-7467C398DCCE}" dt="2026-05-04T15:59:47.366" v="2358" actId="1076"/>
          <ac:spMkLst>
            <pc:docMk/>
            <pc:sldMk cId="2887498545" sldId="265"/>
            <ac:spMk id="13" creationId="{475136E8-EBDF-8FA0-6858-DE3B0B3CE936}"/>
          </ac:spMkLst>
        </pc:spChg>
        <pc:spChg chg="add mod">
          <ac:chgData name="Lev Garin" userId="dff945ffe588d945" providerId="LiveId" clId="{D4704195-8404-431A-8FB0-7467C398DCCE}" dt="2026-05-04T20:51:24.909" v="3031"/>
          <ac:spMkLst>
            <pc:docMk/>
            <pc:sldMk cId="2887498545" sldId="265"/>
            <ac:spMk id="14" creationId="{AFB19CF3-94C8-328C-E7F2-C2638535FFDB}"/>
          </ac:spMkLst>
        </pc:spChg>
        <pc:spChg chg="add mod">
          <ac:chgData name="Lev Garin" userId="dff945ffe588d945" providerId="LiveId" clId="{D4704195-8404-431A-8FB0-7467C398DCCE}" dt="2026-05-04T15:59:47.366" v="2358" actId="1076"/>
          <ac:spMkLst>
            <pc:docMk/>
            <pc:sldMk cId="2887498545" sldId="265"/>
            <ac:spMk id="16" creationId="{13F232B4-F17D-1FC0-BB69-892D9BBB21B0}"/>
          </ac:spMkLst>
        </pc:spChg>
        <pc:spChg chg="add mod">
          <ac:chgData name="Lev Garin" userId="dff945ffe588d945" providerId="LiveId" clId="{D4704195-8404-431A-8FB0-7467C398DCCE}" dt="2026-05-04T15:59:47.366" v="2358" actId="1076"/>
          <ac:spMkLst>
            <pc:docMk/>
            <pc:sldMk cId="2887498545" sldId="265"/>
            <ac:spMk id="17" creationId="{B4F78A73-E70A-5633-3614-45704C86D873}"/>
          </ac:spMkLst>
        </pc:spChg>
        <pc:spChg chg="mod">
          <ac:chgData name="Lev Garin" userId="dff945ffe588d945" providerId="LiveId" clId="{D4704195-8404-431A-8FB0-7467C398DCCE}" dt="2026-05-04T15:57:34.414" v="2321" actId="1076"/>
          <ac:spMkLst>
            <pc:docMk/>
            <pc:sldMk cId="2887498545" sldId="265"/>
            <ac:spMk id="18" creationId="{5272AC0B-1015-2B25-AE53-13D9231F9A51}"/>
          </ac:spMkLst>
        </pc:spChg>
        <pc:spChg chg="add mod">
          <ac:chgData name="Lev Garin" userId="dff945ffe588d945" providerId="LiveId" clId="{D4704195-8404-431A-8FB0-7467C398DCCE}" dt="2026-05-04T15:59:47.366" v="2358" actId="1076"/>
          <ac:spMkLst>
            <pc:docMk/>
            <pc:sldMk cId="2887498545" sldId="265"/>
            <ac:spMk id="19" creationId="{972073B2-76EC-F145-F056-4C7EFBB0CC1E}"/>
          </ac:spMkLst>
        </pc:spChg>
        <pc:spChg chg="add mod">
          <ac:chgData name="Lev Garin" userId="dff945ffe588d945" providerId="LiveId" clId="{D4704195-8404-431A-8FB0-7467C398DCCE}" dt="2026-05-04T15:59:47.366" v="2358" actId="1076"/>
          <ac:spMkLst>
            <pc:docMk/>
            <pc:sldMk cId="2887498545" sldId="265"/>
            <ac:spMk id="20" creationId="{B1D7FBFC-46D6-3940-BC88-3D46974D5DD4}"/>
          </ac:spMkLst>
        </pc:spChg>
        <pc:spChg chg="add mod">
          <ac:chgData name="Lev Garin" userId="dff945ffe588d945" providerId="LiveId" clId="{D4704195-8404-431A-8FB0-7467C398DCCE}" dt="2026-05-04T15:59:47.366" v="2358" actId="1076"/>
          <ac:spMkLst>
            <pc:docMk/>
            <pc:sldMk cId="2887498545" sldId="265"/>
            <ac:spMk id="21" creationId="{5CD8A326-DB7D-4E83-2EF4-E118C66FEF3B}"/>
          </ac:spMkLst>
        </pc:spChg>
        <pc:spChg chg="add mod">
          <ac:chgData name="Lev Garin" userId="dff945ffe588d945" providerId="LiveId" clId="{D4704195-8404-431A-8FB0-7467C398DCCE}" dt="2026-05-04T15:59:47.366" v="2358" actId="1076"/>
          <ac:spMkLst>
            <pc:docMk/>
            <pc:sldMk cId="2887498545" sldId="265"/>
            <ac:spMk id="22" creationId="{2C592891-F44F-BA09-A8E9-454BAEF45C6D}"/>
          </ac:spMkLst>
        </pc:spChg>
        <pc:spChg chg="add mod">
          <ac:chgData name="Lev Garin" userId="dff945ffe588d945" providerId="LiveId" clId="{D4704195-8404-431A-8FB0-7467C398DCCE}" dt="2026-05-04T15:59:47.366" v="2358" actId="1076"/>
          <ac:spMkLst>
            <pc:docMk/>
            <pc:sldMk cId="2887498545" sldId="265"/>
            <ac:spMk id="23" creationId="{C767080C-74DF-701B-C82D-5E6DB57EA8EE}"/>
          </ac:spMkLst>
        </pc:spChg>
        <pc:spChg chg="add mod">
          <ac:chgData name="Lev Garin" userId="dff945ffe588d945" providerId="LiveId" clId="{D4704195-8404-431A-8FB0-7467C398DCCE}" dt="2026-05-04T15:59:47.366" v="2358" actId="1076"/>
          <ac:spMkLst>
            <pc:docMk/>
            <pc:sldMk cId="2887498545" sldId="265"/>
            <ac:spMk id="24" creationId="{7205D067-1A84-64AD-86D1-646057CE7601}"/>
          </ac:spMkLst>
        </pc:spChg>
        <pc:spChg chg="add mod">
          <ac:chgData name="Lev Garin" userId="dff945ffe588d945" providerId="LiveId" clId="{D4704195-8404-431A-8FB0-7467C398DCCE}" dt="2026-05-04T15:59:47.366" v="2358" actId="1076"/>
          <ac:spMkLst>
            <pc:docMk/>
            <pc:sldMk cId="2887498545" sldId="265"/>
            <ac:spMk id="25" creationId="{BAC18336-6EE3-39EA-A946-1441E2476E37}"/>
          </ac:spMkLst>
        </pc:spChg>
        <pc:spChg chg="add mod">
          <ac:chgData name="Lev Garin" userId="dff945ffe588d945" providerId="LiveId" clId="{D4704195-8404-431A-8FB0-7467C398DCCE}" dt="2026-05-04T15:59:47.366" v="2358" actId="1076"/>
          <ac:spMkLst>
            <pc:docMk/>
            <pc:sldMk cId="2887498545" sldId="265"/>
            <ac:spMk id="26" creationId="{B99C5A68-67A2-BA32-A20E-51E9861F5174}"/>
          </ac:spMkLst>
        </pc:spChg>
        <pc:spChg chg="add mod">
          <ac:chgData name="Lev Garin" userId="dff945ffe588d945" providerId="LiveId" clId="{D4704195-8404-431A-8FB0-7467C398DCCE}" dt="2026-05-04T17:32:54.828" v="2669" actId="1076"/>
          <ac:spMkLst>
            <pc:docMk/>
            <pc:sldMk cId="2887498545" sldId="265"/>
            <ac:spMk id="29" creationId="{DA9E2762-2DC3-29B0-F0B9-1591FBD06FA1}"/>
          </ac:spMkLst>
        </pc:spChg>
        <pc:spChg chg="add del">
          <ac:chgData name="Lev Garin" userId="dff945ffe588d945" providerId="LiveId" clId="{D4704195-8404-431A-8FB0-7467C398DCCE}" dt="2026-05-04T16:00:09.658" v="2394" actId="478"/>
          <ac:spMkLst>
            <pc:docMk/>
            <pc:sldMk cId="2887498545" sldId="265"/>
            <ac:spMk id="38" creationId="{A6D07E3C-77D8-859B-734C-133B5B387B6C}"/>
          </ac:spMkLst>
        </pc:spChg>
        <pc:picChg chg="add mod">
          <ac:chgData name="Lev Garin" userId="dff945ffe588d945" providerId="LiveId" clId="{D4704195-8404-431A-8FB0-7467C398DCCE}" dt="2026-05-04T20:48:00.485" v="3003"/>
          <ac:picMkLst>
            <pc:docMk/>
            <pc:sldMk cId="2887498545" sldId="265"/>
            <ac:picMk id="2" creationId="{CDF5D285-FED2-89B1-486A-4DF648A0AFE1}"/>
          </ac:picMkLst>
        </pc:picChg>
        <pc:picChg chg="add mod">
          <ac:chgData name="Lev Garin" userId="dff945ffe588d945" providerId="LiveId" clId="{D4704195-8404-431A-8FB0-7467C398DCCE}" dt="2026-05-04T17:31:11.265" v="2657" actId="1076"/>
          <ac:picMkLst>
            <pc:docMk/>
            <pc:sldMk cId="2887498545" sldId="265"/>
            <ac:picMk id="3" creationId="{42A33E13-2C19-8122-2161-996CDCE0DA1A}"/>
          </ac:picMkLst>
        </pc:picChg>
        <pc:picChg chg="add mod modCrop">
          <ac:chgData name="Lev Garin" userId="dff945ffe588d945" providerId="LiveId" clId="{D4704195-8404-431A-8FB0-7467C398DCCE}" dt="2026-05-04T15:59:47.366" v="2358" actId="1076"/>
          <ac:picMkLst>
            <pc:docMk/>
            <pc:sldMk cId="2887498545" sldId="265"/>
            <ac:picMk id="6" creationId="{90F210E8-0ABD-F8A6-D466-6AFA43CD09F2}"/>
          </ac:picMkLst>
        </pc:picChg>
        <pc:picChg chg="del mod">
          <ac:chgData name="Lev Garin" userId="dff945ffe588d945" providerId="LiveId" clId="{D4704195-8404-431A-8FB0-7467C398DCCE}" dt="2026-05-04T20:51:24.208" v="3030" actId="478"/>
          <ac:picMkLst>
            <pc:docMk/>
            <pc:sldMk cId="2887498545" sldId="265"/>
            <ac:picMk id="7" creationId="{09C3587D-B469-18B0-157D-9291035AF357}"/>
          </ac:picMkLst>
        </pc:picChg>
        <pc:picChg chg="del">
          <ac:chgData name="Lev Garin" userId="dff945ffe588d945" providerId="LiveId" clId="{D4704195-8404-431A-8FB0-7467C398DCCE}" dt="2026-05-04T20:48:00.034" v="3002" actId="478"/>
          <ac:picMkLst>
            <pc:docMk/>
            <pc:sldMk cId="2887498545" sldId="265"/>
            <ac:picMk id="11" creationId="{715363FF-A57D-433C-8C23-B34B38FEC054}"/>
          </ac:picMkLst>
        </pc:picChg>
        <pc:picChg chg="del mod">
          <ac:chgData name="Lev Garin" userId="dff945ffe588d945" providerId="LiveId" clId="{D4704195-8404-431A-8FB0-7467C398DCCE}" dt="2026-05-04T15:53:58.811" v="2216" actId="478"/>
          <ac:picMkLst>
            <pc:docMk/>
            <pc:sldMk cId="2887498545" sldId="265"/>
            <ac:picMk id="14" creationId="{B6065F4B-3095-5AD6-95BB-6EB08200B368}"/>
          </ac:picMkLst>
        </pc:picChg>
        <pc:picChg chg="add mod">
          <ac:chgData name="Lev Garin" userId="dff945ffe588d945" providerId="LiveId" clId="{D4704195-8404-431A-8FB0-7467C398DCCE}" dt="2026-05-04T20:51:24.909" v="3031"/>
          <ac:picMkLst>
            <pc:docMk/>
            <pc:sldMk cId="2887498545" sldId="265"/>
            <ac:picMk id="15" creationId="{29AC6906-C355-9A3B-E962-081C205079DF}"/>
          </ac:picMkLst>
        </pc:picChg>
        <pc:picChg chg="del mod">
          <ac:chgData name="Lev Garin" userId="dff945ffe588d945" providerId="LiveId" clId="{D4704195-8404-431A-8FB0-7467C398DCCE}" dt="2026-05-04T15:53:58.811" v="2216" actId="478"/>
          <ac:picMkLst>
            <pc:docMk/>
            <pc:sldMk cId="2887498545" sldId="265"/>
            <ac:picMk id="15" creationId="{4B3826CD-2861-4142-E2AF-DEB0E80EAB34}"/>
          </ac:picMkLst>
        </pc:picChg>
        <pc:picChg chg="add mod">
          <ac:chgData name="Lev Garin" userId="dff945ffe588d945" providerId="LiveId" clId="{D4704195-8404-431A-8FB0-7467C398DCCE}" dt="2026-05-04T17:30:24.916" v="2647" actId="1036"/>
          <ac:picMkLst>
            <pc:docMk/>
            <pc:sldMk cId="2887498545" sldId="265"/>
            <ac:picMk id="28" creationId="{5BF28C3C-9B83-CCED-C534-39BE12073E9E}"/>
          </ac:picMkLst>
        </pc:picChg>
        <pc:picChg chg="add mod modCrop">
          <ac:chgData name="Lev Garin" userId="dff945ffe588d945" providerId="LiveId" clId="{D4704195-8404-431A-8FB0-7467C398DCCE}" dt="2026-05-04T17:31:52.042" v="2668" actId="1076"/>
          <ac:picMkLst>
            <pc:docMk/>
            <pc:sldMk cId="2887498545" sldId="265"/>
            <ac:picMk id="30" creationId="{62068992-B466-E445-F68D-B303B27F2FEF}"/>
          </ac:picMkLst>
        </pc:picChg>
        <pc:picChg chg="add mod">
          <ac:chgData name="Lev Garin" userId="dff945ffe588d945" providerId="LiveId" clId="{D4704195-8404-431A-8FB0-7467C398DCCE}" dt="2026-05-04T15:58:21.949" v="2338" actId="1076"/>
          <ac:picMkLst>
            <pc:docMk/>
            <pc:sldMk cId="2887498545" sldId="265"/>
            <ac:picMk id="31" creationId="{A3765361-31B8-43A1-82EF-F54187DF8C23}"/>
          </ac:picMkLst>
        </pc:picChg>
        <pc:picChg chg="add mod">
          <ac:chgData name="Lev Garin" userId="dff945ffe588d945" providerId="LiveId" clId="{D4704195-8404-431A-8FB0-7467C398DCCE}" dt="2026-05-04T15:58:17.849" v="2336" actId="1076"/>
          <ac:picMkLst>
            <pc:docMk/>
            <pc:sldMk cId="2887498545" sldId="265"/>
            <ac:picMk id="33" creationId="{8FB3A83A-80A9-3386-AD9F-2D5F944099D9}"/>
          </ac:picMkLst>
        </pc:picChg>
        <pc:picChg chg="del">
          <ac:chgData name="Lev Garin" userId="dff945ffe588d945" providerId="LiveId" clId="{D4704195-8404-431A-8FB0-7467C398DCCE}" dt="2026-05-04T15:44:21.105" v="2126" actId="478"/>
          <ac:picMkLst>
            <pc:docMk/>
            <pc:sldMk cId="2887498545" sldId="265"/>
            <ac:picMk id="4098" creationId="{CA069A0B-647D-8081-37BF-73E890B03EA8}"/>
          </ac:picMkLst>
        </pc:picChg>
        <pc:cxnChg chg="add mod">
          <ac:chgData name="Lev Garin" userId="dff945ffe588d945" providerId="LiveId" clId="{D4704195-8404-431A-8FB0-7467C398DCCE}" dt="2026-05-04T17:31:06.904" v="2655" actId="14100"/>
          <ac:cxnSpMkLst>
            <pc:docMk/>
            <pc:sldMk cId="2887498545" sldId="265"/>
            <ac:cxnSpMk id="5" creationId="{892BC57D-B65C-5462-BEFB-9A15D28ACCDA}"/>
          </ac:cxnSpMkLst>
        </pc:cxnChg>
        <pc:cxnChg chg="add mod">
          <ac:chgData name="Lev Garin" userId="dff945ffe588d945" providerId="LiveId" clId="{D4704195-8404-431A-8FB0-7467C398DCCE}" dt="2026-05-04T15:59:11.308" v="2348" actId="1076"/>
          <ac:cxnSpMkLst>
            <pc:docMk/>
            <pc:sldMk cId="2887498545" sldId="265"/>
            <ac:cxnSpMk id="34" creationId="{8E1626AC-1397-5199-37D7-EE7C6AC013A7}"/>
          </ac:cxnSpMkLst>
        </pc:cxnChg>
        <pc:cxnChg chg="add mod">
          <ac:chgData name="Lev Garin" userId="dff945ffe588d945" providerId="LiveId" clId="{D4704195-8404-431A-8FB0-7467C398DCCE}" dt="2026-05-04T15:59:08.909" v="2346" actId="208"/>
          <ac:cxnSpMkLst>
            <pc:docMk/>
            <pc:sldMk cId="2887498545" sldId="265"/>
            <ac:cxnSpMk id="37" creationId="{CC4B2D32-5D42-F0FC-4C9C-A0591BA7423A}"/>
          </ac:cxnSpMkLst>
        </pc:cxnChg>
        <pc:cxnChg chg="add mod">
          <ac:chgData name="Lev Garin" userId="dff945ffe588d945" providerId="LiveId" clId="{D4704195-8404-431A-8FB0-7467C398DCCE}" dt="2026-05-04T16:00:23.604" v="2397" actId="208"/>
          <ac:cxnSpMkLst>
            <pc:docMk/>
            <pc:sldMk cId="2887498545" sldId="265"/>
            <ac:cxnSpMk id="40" creationId="{95D85FF1-8101-808A-E17F-45AE390639E8}"/>
          </ac:cxnSpMkLst>
        </pc:cxnChg>
      </pc:sldChg>
      <pc:sldChg chg="addSp delSp modSp mod">
        <pc:chgData name="Lev Garin" userId="dff945ffe588d945" providerId="LiveId" clId="{D4704195-8404-431A-8FB0-7467C398DCCE}" dt="2026-05-04T20:51:38.133" v="3034" actId="1076"/>
        <pc:sldMkLst>
          <pc:docMk/>
          <pc:sldMk cId="3970971458" sldId="267"/>
        </pc:sldMkLst>
        <pc:spChg chg="mod">
          <ac:chgData name="Lev Garin" userId="dff945ffe588d945" providerId="LiveId" clId="{D4704195-8404-431A-8FB0-7467C398DCCE}" dt="2026-05-04T16:04:57.321" v="2494" actId="27636"/>
          <ac:spMkLst>
            <pc:docMk/>
            <pc:sldMk cId="3970971458" sldId="267"/>
            <ac:spMk id="3" creationId="{A7AC4BBF-6B59-BA1A-DE0A-9039999C31FA}"/>
          </ac:spMkLst>
        </pc:spChg>
        <pc:picChg chg="add mod">
          <ac:chgData name="Lev Garin" userId="dff945ffe588d945" providerId="LiveId" clId="{D4704195-8404-431A-8FB0-7467C398DCCE}" dt="2026-05-04T20:51:38.133" v="3034" actId="1076"/>
          <ac:picMkLst>
            <pc:docMk/>
            <pc:sldMk cId="3970971458" sldId="267"/>
            <ac:picMk id="5" creationId="{CA8AFB1F-ACCA-812A-4062-1C38B44E37B1}"/>
          </ac:picMkLst>
        </pc:picChg>
        <pc:picChg chg="del">
          <ac:chgData name="Lev Garin" userId="dff945ffe588d945" providerId="LiveId" clId="{D4704195-8404-431A-8FB0-7467C398DCCE}" dt="2026-05-04T20:51:28.341" v="3032" actId="478"/>
          <ac:picMkLst>
            <pc:docMk/>
            <pc:sldMk cId="3970971458" sldId="267"/>
            <ac:picMk id="7" creationId="{09C3587D-B469-18B0-157D-9291035AF357}"/>
          </ac:picMkLst>
        </pc:picChg>
        <pc:picChg chg="del">
          <ac:chgData name="Lev Garin" userId="dff945ffe588d945" providerId="LiveId" clId="{D4704195-8404-431A-8FB0-7467C398DCCE}" dt="2026-05-04T20:48:03.406" v="3004" actId="478"/>
          <ac:picMkLst>
            <pc:docMk/>
            <pc:sldMk cId="3970971458" sldId="267"/>
            <ac:picMk id="11" creationId="{715363FF-A57D-433C-8C23-B34B38FEC054}"/>
          </ac:picMkLst>
        </pc:picChg>
      </pc:sldChg>
      <pc:sldChg chg="addSp delSp modSp mod modNotesTx">
        <pc:chgData name="Lev Garin" userId="dff945ffe588d945" providerId="LiveId" clId="{D4704195-8404-431A-8FB0-7467C398DCCE}" dt="2026-05-04T22:28:24.148" v="3075"/>
        <pc:sldMkLst>
          <pc:docMk/>
          <pc:sldMk cId="1810065580" sldId="268"/>
        </pc:sldMkLst>
        <pc:spChg chg="mod">
          <ac:chgData name="Lev Garin" userId="dff945ffe588d945" providerId="LiveId" clId="{D4704195-8404-431A-8FB0-7467C398DCCE}" dt="2026-05-04T20:45:49.312" v="2966" actId="20577"/>
          <ac:spMkLst>
            <pc:docMk/>
            <pc:sldMk cId="1810065580" sldId="268"/>
            <ac:spMk id="10" creationId="{1EFF5224-F1BC-AF46-2D03-AEBCD247E038}"/>
          </ac:spMkLst>
        </pc:spChg>
        <pc:spChg chg="add del mod">
          <ac:chgData name="Lev Garin" userId="dff945ffe588d945" providerId="LiveId" clId="{D4704195-8404-431A-8FB0-7467C398DCCE}" dt="2026-05-04T20:46:04.215" v="2972" actId="478"/>
          <ac:spMkLst>
            <pc:docMk/>
            <pc:sldMk cId="1810065580" sldId="268"/>
            <ac:spMk id="44" creationId="{57958248-48CA-B66C-359A-AD8F5E9C56B7}"/>
          </ac:spMkLst>
        </pc:spChg>
        <pc:picChg chg="add mod">
          <ac:chgData name="Lev Garin" userId="dff945ffe588d945" providerId="LiveId" clId="{D4704195-8404-431A-8FB0-7467C398DCCE}" dt="2026-05-04T20:47:35.799" v="2992"/>
          <ac:picMkLst>
            <pc:docMk/>
            <pc:sldMk cId="1810065580" sldId="268"/>
            <ac:picMk id="5" creationId="{8B04D9C4-7CF7-93C0-F52D-B450198B649F}"/>
          </ac:picMkLst>
        </pc:picChg>
        <pc:picChg chg="del">
          <ac:chgData name="Lev Garin" userId="dff945ffe588d945" providerId="LiveId" clId="{D4704195-8404-431A-8FB0-7467C398DCCE}" dt="2026-05-04T20:47:30.169" v="2991" actId="478"/>
          <ac:picMkLst>
            <pc:docMk/>
            <pc:sldMk cId="1810065580" sldId="268"/>
            <ac:picMk id="11" creationId="{715363FF-A57D-433C-8C23-B34B38FEC054}"/>
          </ac:picMkLst>
        </pc:picChg>
        <pc:cxnChg chg="add del">
          <ac:chgData name="Lev Garin" userId="dff945ffe588d945" providerId="LiveId" clId="{D4704195-8404-431A-8FB0-7467C398DCCE}" dt="2026-05-04T20:46:02.644" v="2971" actId="11529"/>
          <ac:cxnSpMkLst>
            <pc:docMk/>
            <pc:sldMk cId="1810065580" sldId="268"/>
            <ac:cxnSpMk id="3" creationId="{8B2E87CA-A90B-C145-EB05-D3E353C680D0}"/>
          </ac:cxnSpMkLst>
        </pc:cxnChg>
      </pc:sldChg>
      <pc:sldChg chg="addSp delSp modSp mod ord modNotesTx">
        <pc:chgData name="Lev Garin" userId="dff945ffe588d945" providerId="LiveId" clId="{D4704195-8404-431A-8FB0-7467C398DCCE}" dt="2026-05-04T22:28:34.971" v="3076"/>
        <pc:sldMkLst>
          <pc:docMk/>
          <pc:sldMk cId="3579451145" sldId="269"/>
        </pc:sldMkLst>
        <pc:picChg chg="add mod">
          <ac:chgData name="Lev Garin" userId="dff945ffe588d945" providerId="LiveId" clId="{D4704195-8404-431A-8FB0-7467C398DCCE}" dt="2026-05-04T20:47:38.044" v="2993"/>
          <ac:picMkLst>
            <pc:docMk/>
            <pc:sldMk cId="3579451145" sldId="269"/>
            <ac:picMk id="2" creationId="{1FA5AFEA-BE25-5789-3E5D-FB5446B36DEB}"/>
          </ac:picMkLst>
        </pc:picChg>
        <pc:picChg chg="del">
          <ac:chgData name="Lev Garin" userId="dff945ffe588d945" providerId="LiveId" clId="{D4704195-8404-431A-8FB0-7467C398DCCE}" dt="2026-05-04T20:48:45.652" v="3006" actId="478"/>
          <ac:picMkLst>
            <pc:docMk/>
            <pc:sldMk cId="3579451145" sldId="269"/>
            <ac:picMk id="11" creationId="{715363FF-A57D-433C-8C23-B34B38FEC054}"/>
          </ac:picMkLst>
        </pc:picChg>
      </pc:sldChg>
      <pc:sldChg chg="addSp delSp modSp mod ord modNotesTx">
        <pc:chgData name="Lev Garin" userId="dff945ffe588d945" providerId="LiveId" clId="{D4704195-8404-431A-8FB0-7467C398DCCE}" dt="2026-05-04T21:36:43.691" v="3041"/>
        <pc:sldMkLst>
          <pc:docMk/>
          <pc:sldMk cId="3316282409" sldId="271"/>
        </pc:sldMkLst>
        <pc:picChg chg="add mod">
          <ac:chgData name="Lev Garin" userId="dff945ffe588d945" providerId="LiveId" clId="{D4704195-8404-431A-8FB0-7467C398DCCE}" dt="2026-05-04T20:47:40.496" v="2994"/>
          <ac:picMkLst>
            <pc:docMk/>
            <pc:sldMk cId="3316282409" sldId="271"/>
            <ac:picMk id="5" creationId="{9AF84F57-041F-BD40-413F-B92C6771097E}"/>
          </ac:picMkLst>
        </pc:picChg>
        <pc:picChg chg="del">
          <ac:chgData name="Lev Garin" userId="dff945ffe588d945" providerId="LiveId" clId="{D4704195-8404-431A-8FB0-7467C398DCCE}" dt="2026-05-04T20:48:47.797" v="3007" actId="478"/>
          <ac:picMkLst>
            <pc:docMk/>
            <pc:sldMk cId="3316282409" sldId="271"/>
            <ac:picMk id="11" creationId="{715363FF-A57D-433C-8C23-B34B38FEC054}"/>
          </ac:picMkLst>
        </pc:picChg>
        <pc:picChg chg="mod">
          <ac:chgData name="Lev Garin" userId="dff945ffe588d945" providerId="LiveId" clId="{D4704195-8404-431A-8FB0-7467C398DCCE}" dt="2026-05-04T16:01:19.058" v="2409" actId="1076"/>
          <ac:picMkLst>
            <pc:docMk/>
            <pc:sldMk cId="3316282409" sldId="271"/>
            <ac:picMk id="20" creationId="{FF6B5075-955E-290B-B9C6-0162E3A1616D}"/>
          </ac:picMkLst>
        </pc:picChg>
        <pc:picChg chg="mod">
          <ac:chgData name="Lev Garin" userId="dff945ffe588d945" providerId="LiveId" clId="{D4704195-8404-431A-8FB0-7467C398DCCE}" dt="2026-05-04T16:01:15.616" v="2408" actId="1076"/>
          <ac:picMkLst>
            <pc:docMk/>
            <pc:sldMk cId="3316282409" sldId="271"/>
            <ac:picMk id="23" creationId="{C04E31EE-F2CF-12BB-29F6-22E71A3523D2}"/>
          </ac:picMkLst>
        </pc:picChg>
        <pc:picChg chg="add mod">
          <ac:chgData name="Lev Garin" userId="dff945ffe588d945" providerId="LiveId" clId="{D4704195-8404-431A-8FB0-7467C398DCCE}" dt="2026-05-04T17:15:18.577" v="2499" actId="167"/>
          <ac:picMkLst>
            <pc:docMk/>
            <pc:sldMk cId="3316282409" sldId="271"/>
            <ac:picMk id="1026" creationId="{5A6D67EA-99C5-690D-FBC7-3D0254839570}"/>
          </ac:picMkLst>
        </pc:picChg>
        <pc:picChg chg="del">
          <ac:chgData name="Lev Garin" userId="dff945ffe588d945" providerId="LiveId" clId="{D4704195-8404-431A-8FB0-7467C398DCCE}" dt="2026-05-04T16:00:50.291" v="2398" actId="478"/>
          <ac:picMkLst>
            <pc:docMk/>
            <pc:sldMk cId="3316282409" sldId="271"/>
            <ac:picMk id="3076" creationId="{37D677AC-7F2E-FDEB-24A3-B0F7A4BBD7D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7EB91E-3FA3-4782-BCCD-12699E19B8CC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75370B-787A-459C-9275-73C66B97FE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7527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Актуальность проекта заключается в решении задач экстремальной робототехники, в связи с чем были выбраны соревнования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rescue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maze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5370B-787A-459C-9275-73C66B97FE3C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77885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По регламенту лиги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RoboCup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Rescue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Maze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требуется сделать робота для прохождения лабиринта, который имитирует разрушенное здание или иную опасную среду для человека, внутри которой необходимо найти пострадавших и выдать им спасательные наборы.</a:t>
            </a:r>
            <a:endParaRPr lang="ru-RU" b="0" dirty="0">
              <a:effectLst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5370B-787A-459C-9275-73C66B97FE3C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10313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Цель – создать робота способного проезжать различные препятствия, находить в нём метки и выдать жертвам спасательные наборы</a:t>
            </a:r>
            <a:endParaRPr lang="ru-RU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ru-RU" b="0" dirty="0">
                <a:effectLst/>
              </a:rPr>
            </a:b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Для достижения цели проекта были сформулированы следующие задачи:</a:t>
            </a:r>
            <a:endParaRPr lang="ru-RU" b="0" dirty="0">
              <a:effectLst/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Создать концепцию робота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Создать требования для робота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Создать 3д модель робота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Спаять макетную плату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Распечатать, собрать робота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Разработать программное обеспечение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Протестировать робота и составить список улучшений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5370B-787A-459C-9275-73C66B97FE3C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02287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Исходя из поставленного требования, было решено что в качестве основного контроллера будет использоваться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Raspberry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Pi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5, на нём будет алгоритм для порождения и распознавания жертв. Для удобного управления всей электроникой использована плата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Arduino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Mega 2560 Pro. В робота были установлены 6 датчиков vl53l0x для картографирования, гироскоп MPU 6050 и 2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концевика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и датчик RGB TCS34725, позволяющий определить цвет клетки. Для проезда в клетке и удобного разворота используются 4 мотора с компактными драйверами DRV8871. Для обеспечения питания были использованы  3 стабилизатора питания для микрокомпьютера, сервопривода и остальной периферии.</a:t>
            </a:r>
            <a:endParaRPr lang="ru-RU" b="0" dirty="0">
              <a:effectLst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5370B-787A-459C-9275-73C66B97FE3C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77837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Робот был смоделирован в программном обеспечении Autodesk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inventor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Робот напечатан на 3D принтере PETG и PLA пластиком.</a:t>
            </a:r>
            <a:endParaRPr lang="ru-RU" sz="28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Для удобной быстрой сборки робот был разделён на 4 части: передняя, задняя, ходовая, и система выдачи</a:t>
            </a:r>
            <a:endParaRPr lang="ru-RU" sz="28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Для рамы был использован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стеклонаполненный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пластик для улучшения прочности робота.</a:t>
            </a:r>
            <a:endParaRPr lang="ru-RU" sz="2800" b="0" dirty="0">
              <a:effectLst/>
            </a:endParaRPr>
          </a:p>
          <a:p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Чтобы максимально уменьшить робота для проходимости в лабиринте, был спроектирован и сварен свой аккумулятор из ячеек Li-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ion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18650 в конфигурации 3S1P. Корпус аккумулятора обеспечивает его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быстросъёмность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так как фиксация в корпусе происходит посредством отгибающихся лепестков.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5370B-787A-459C-9275-73C66B97FE3C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97878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Классическая реализация колеса на практике показала себя нестабильно: например, при развороте на высоких препятствиях роботу не хватало сцепления из-за чего происходило застревание. Поэтому, для более стабильно преодоления препятствий были спроектированы колеса с переменной жесткостью. </a:t>
            </a:r>
            <a:endParaRPr lang="ru-RU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Диски колеса распечатаны на 3D принтере, а шины отлиты из двухкомпонентного полиуретана в распечатанные формы. Диск колеса состоит из 3 частей, в центральную часть вставляется муфта для крепления к мотору, а также боковые пластинки которые соединены стойками, чтобы избавиться от прокручивания,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слетания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шин.</a:t>
            </a:r>
            <a:endParaRPr lang="ru-RU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Протектор и "неоднородность колеса позволили добиться необходимой стабильности прохождения препятствий.</a:t>
            </a:r>
            <a:endParaRPr lang="ru-RU" b="0" dirty="0">
              <a:effectLst/>
            </a:endParaRPr>
          </a:p>
          <a:p>
            <a:br>
              <a:rPr lang="ru-RU" dirty="0"/>
            </a:b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5370B-787A-459C-9275-73C66B97FE3C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68726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Робот принимает пакеты данных с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Raspberry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Pi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по протоколу UART в бинарном виде, проверяет контрольную сумму CRC8 и выполняет действие, после чего отправляет значения всех датчиков. Для поддержания заданной скорости колёс используется ПИ-регулятор.</a:t>
            </a:r>
            <a:endParaRPr lang="ru-RU" sz="28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Программа для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Arduino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Mega предназначена для управления четырьмя колёсами, сервоприводом для выдачи наборов и RGB-лентой для цветового оповещения. Код разделен на обособленные части для каждого компонента; для управления ими используется кооперативная многозадачность.</a:t>
            </a:r>
            <a:endParaRPr lang="ru-RU" sz="28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Для проезда на клетку вперёд проверяется наличие стен вокруг. При их обнаружении задействуется регулятор выравнивания угла относительно стены и центрирования положения между ними. Если во время движения приходит команда выдачи набора, программа прерывает выполнение задачи проезда и переходит в состояние выдачи. Если стены найти не удалось, используется проезд по инерциальному датчику</a:t>
            </a:r>
            <a:endParaRPr lang="ru-RU" sz="2800" b="0" dirty="0">
              <a:effectLst/>
            </a:endParaRPr>
          </a:p>
          <a:p>
            <a:br>
              <a:rPr lang="ru-RU" sz="2800"/>
            </a:br>
            <a:endParaRPr lang="ru-RU" b="0" dirty="0">
              <a:effectLst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5370B-787A-459C-9275-73C66B97FE3C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63286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Raspberry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Pi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5 мы используем для разработки алгоритма езды и поиска путей. Мы едем по правой руке по лабиринту картографируя его. Когда мы попадем в замкнутый круг мы начинаем искать те клетки в которых еще не были, а когда таких нету мы начинаем поиск проезда до начала лабиринта</a:t>
            </a:r>
            <a:endParaRPr lang="ru-RU" sz="28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На полигоне расположены маркера обозначающие жертву. Маркера бывают двух видов буквенные и когнитивные цели.</a:t>
            </a:r>
            <a:endParaRPr lang="ru-RU" sz="28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Для когнитивных целей используется компьютерное зрение, программируемое на языке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python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на основе библиотеки cv2.</a:t>
            </a:r>
            <a:endParaRPr lang="ru-RU" sz="28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Для распознания буквенных жертв используется нейронная сеть YOLO. Мы обучаем её на основе уже сделанных фото жертв в полигоне с камер на роботе.</a:t>
            </a:r>
            <a:endParaRPr lang="ru-RU" sz="2800" b="0" dirty="0">
              <a:effectLst/>
            </a:endParaRPr>
          </a:p>
          <a:p>
            <a:br>
              <a:rPr lang="ru-RU" sz="2800" dirty="0"/>
            </a:br>
            <a:endParaRPr lang="ru-RU" b="0" dirty="0">
              <a:effectLst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5370B-787A-459C-9275-73C66B97FE3C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10135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5370B-787A-459C-9275-73C66B97FE3C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3545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7F0322-F5EF-B9CC-BFE0-311A2F03A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2BA181B-5F29-E0B7-E3C3-D5456F1B20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DA6F87E-0D10-65D1-8790-C5792C230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C5973-3D67-4F77-9934-0D9B40EB3219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DD4935C-6554-8A0C-8FEC-BE5A6D814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5E1B102-073B-B728-5C9F-A24289F48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9C6B4-87E3-4B99-8287-1606184717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6336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7D88E4-36A6-890D-9803-3D0ABD1A8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392E9C2-85FF-750B-10DF-8E6463CD1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A8EA867-DF7A-70BA-759E-F190E49BB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C5973-3D67-4F77-9934-0D9B40EB3219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92BDE47-9A01-9988-D1F0-2EA921EDA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0AC553-05E3-D514-738C-7F93224E0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9C6B4-87E3-4B99-8287-1606184717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7328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B6880D-4CB4-51CB-1153-3CF94A117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436EB67-D164-1A53-10D7-6C3F0FEE07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AEB5CE-BAFF-367F-6759-0C94FFF8E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C5973-3D67-4F77-9934-0D9B40EB3219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7626E0-40F3-CA59-8884-D8878285D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03BC6D-89E4-60A5-C62E-C9970C38A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9C6B4-87E3-4B99-8287-1606184717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009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58CB1E-A1D6-9246-3EDA-1CB570397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C99AC8-40EB-8727-C332-2AF86DE22B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8F1F103-091A-02AE-7C79-586A93AD75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15C8362-C086-79ED-CCE8-60F7310D3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C5973-3D67-4F77-9934-0D9B40EB3219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1D65928-76F2-AE0B-5578-A16560AE5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ECD3202-FB83-AA43-B766-612498C35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9C6B4-87E3-4B99-8287-1606184717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6908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47C99A-587D-14A1-7F3D-CB979D1AD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33EF5EA-1B8C-B1C4-7A32-3B52AED71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18CEAED-3083-C026-8DAF-0B3B72270D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587E91A-184B-382C-1F61-E8C9A3E631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78797EE-68B4-0C12-D51E-2A7EA3BC3A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9BF9A5D-7B81-F574-0D64-60F4197DD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C5973-3D67-4F77-9934-0D9B40EB3219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B8AF859-F584-1C7B-4F8A-2C51D616A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7D96996-51AD-7036-376A-C5192D1FF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9C6B4-87E3-4B99-8287-1606184717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8852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B2E4C8-DB45-2355-139A-1A3E0F1D5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16E7ADC-0491-E494-A572-E2C8BB69A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C5973-3D67-4F77-9934-0D9B40EB3219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E46E8C6-9638-34B4-D80D-D61B32841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B6662A5-F0E1-F031-B590-EB38FD4F6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9C6B4-87E3-4B99-8287-1606184717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5373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02CE0E4-35AB-6A82-EBAB-96D7C5969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C5973-3D67-4F77-9934-0D9B40EB3219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049B012-F3DE-187C-9D16-A7ED28EAA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26A856D-8E27-6828-67B1-B1DF64746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9C6B4-87E3-4B99-8287-1606184717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7773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EA9C1F-C602-4E88-78BF-6B117457D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71DE6F5-4D06-AF33-80F5-D6490179D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33CB7FD-07EC-5895-DDD3-EC38B3A43D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5BDB8FC-5887-4682-9FDB-DCBF7E9EC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C5973-3D67-4F77-9934-0D9B40EB3219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249EB80-80A0-9416-9818-AA150F28E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0F917DE-7C10-6846-B6EB-951A5033D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9C6B4-87E3-4B99-8287-1606184717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1638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3D7CD1-4A4D-BE4A-8BA3-7864449BD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B94C2E6-AC58-B071-CB95-A5CF9E30DD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8382597-FC18-1109-17C3-5B394A8493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61B6709-CF56-D322-8359-4D6C5DBC0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C5973-3D67-4F77-9934-0D9B40EB3219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8E28349-B86B-9226-DC6B-385E70C06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3BA4359-C081-78C0-42B6-9CE51E886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9C6B4-87E3-4B99-8287-1606184717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8179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033CE6-E2BA-FA66-73D1-635B854C6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FA1A1A4-468E-EDBA-EB94-ED0144A577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DE3EF5-4C05-1C16-71F4-74E81AC90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C5973-3D67-4F77-9934-0D9B40EB3219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DC0EDB7-EF6E-5F96-23D9-67D3E64FF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0C1E16-A3EE-3094-F58A-BCACAB172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9C6B4-87E3-4B99-8287-1606184717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0446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264869E-E045-0251-CB46-567FEBC40B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0CB3F9E-0640-FCDB-F16E-F2EC8228B0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C87F77-5830-D009-8CBF-8A059329F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C5973-3D67-4F77-9934-0D9B40EB3219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C9A0E7E-418F-F267-32C5-33746179E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8E92A9E-0026-15D9-01DF-C7E80D0AA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9C6B4-87E3-4B99-8287-1606184717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7625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BA6C61-B94C-F952-A7E9-6154798F8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E093045-7828-F57E-6526-EA99A66A31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631AF98-CC0E-3E85-C06C-B5DF516CFA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8C5973-3D67-4F77-9934-0D9B40EB3219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4BC76DD-F90E-7CD9-4C8B-9B23878F93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3021CC-E7E7-AB17-2134-495927D520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09C6B4-87E3-4B99-8287-1606184717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8391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3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png"/><Relationship Id="rId5" Type="http://schemas.openxmlformats.org/officeDocument/2006/relationships/image" Target="../media/image26.png"/><Relationship Id="rId4" Type="http://schemas.openxmlformats.org/officeDocument/2006/relationships/image" Target="../media/image25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0.jpg"/><Relationship Id="rId5" Type="http://schemas.openxmlformats.org/officeDocument/2006/relationships/image" Target="../media/image29.png"/><Relationship Id="rId10" Type="http://schemas.openxmlformats.org/officeDocument/2006/relationships/image" Target="../media/image1.png"/><Relationship Id="rId4" Type="http://schemas.openxmlformats.org/officeDocument/2006/relationships/image" Target="../media/image28.jpeg"/><Relationship Id="rId9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552362-F67F-90D4-5321-F42DB46078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03682"/>
            <a:ext cx="9144000" cy="3538127"/>
          </a:xfrm>
        </p:spPr>
        <p:txBody>
          <a:bodyPr>
            <a:normAutofit fontScale="90000"/>
          </a:bodyPr>
          <a:lstStyle/>
          <a:p>
            <a:r>
              <a:rPr lang="ru-RU" dirty="0"/>
              <a:t>Создание робота для исследования лабиринта с препятствиями и маркерами</a:t>
            </a:r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5B5D85C-DD7F-09D4-9A0C-CFF855C683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39761" y="5452423"/>
            <a:ext cx="10112477" cy="1000689"/>
          </a:xfrm>
        </p:spPr>
        <p:txBody>
          <a:bodyPr>
            <a:normAutofit/>
          </a:bodyPr>
          <a:lstStyle/>
          <a:p>
            <a:r>
              <a:rPr lang="ru-RU" dirty="0"/>
              <a:t>Команда </a:t>
            </a:r>
            <a:r>
              <a:rPr lang="en-US" dirty="0"/>
              <a:t>“</a:t>
            </a:r>
            <a:r>
              <a:rPr lang="ru-RU" dirty="0"/>
              <a:t>Тесей</a:t>
            </a:r>
            <a:r>
              <a:rPr lang="en-US" dirty="0"/>
              <a:t>”</a:t>
            </a:r>
            <a:endParaRPr lang="ru-RU" dirty="0"/>
          </a:p>
          <a:p>
            <a:r>
              <a:rPr lang="en-US" dirty="0" err="1"/>
              <a:t>RoboCup</a:t>
            </a:r>
            <a:r>
              <a:rPr lang="en-US" dirty="0"/>
              <a:t> Junior rescue maze</a:t>
            </a: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5DBCA87-DF4F-BC65-EC96-062DC3F212A2}"/>
              </a:ext>
            </a:extLst>
          </p:cNvPr>
          <p:cNvSpPr/>
          <p:nvPr/>
        </p:nvSpPr>
        <p:spPr>
          <a:xfrm>
            <a:off x="-125361" y="-169606"/>
            <a:ext cx="12668864" cy="1231490"/>
          </a:xfrm>
          <a:prstGeom prst="rect">
            <a:avLst/>
          </a:prstGeom>
          <a:solidFill>
            <a:srgbClr val="A8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 descr="Изображение выглядит как колесо, транспортное средство, Наземный транспорт, Игрушечный транспор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9C3587D-B469-18B0-157D-9291035AF3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1971" y="-1117498"/>
            <a:ext cx="5504767" cy="4124275"/>
          </a:xfrm>
          <a:prstGeom prst="rect">
            <a:avLst/>
          </a:prstGeom>
        </p:spPr>
      </p:pic>
      <p:pic>
        <p:nvPicPr>
          <p:cNvPr id="11" name="Рисунок 10" descr="Изображение выглядит как круг, компакт-диск, Красочность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15363FF-A57D-433C-8C23-B34B38FEC0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35014"/>
            <a:ext cx="1409700" cy="809625"/>
          </a:xfrm>
          <a:prstGeom prst="rect">
            <a:avLst/>
          </a:prstGeom>
        </p:spPr>
      </p:pic>
      <p:pic>
        <p:nvPicPr>
          <p:cNvPr id="1026" name="Picture 2" descr="Президентский физико-математический лицей №239 | Лекториум">
            <a:extLst>
              <a:ext uri="{FF2B5EF4-FFF2-40B4-BE49-F238E27FC236}">
                <a16:creationId xmlns:a16="http://schemas.microsoft.com/office/drawing/2014/main" id="{413DBB3F-FF29-2925-30F0-624A6A3478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347" y="-334648"/>
            <a:ext cx="1237198" cy="174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7371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57958248-48CA-B66C-359A-AD8F5E9C56B7}"/>
              </a:ext>
            </a:extLst>
          </p:cNvPr>
          <p:cNvSpPr/>
          <p:nvPr/>
        </p:nvSpPr>
        <p:spPr>
          <a:xfrm>
            <a:off x="0" y="1016631"/>
            <a:ext cx="12239329" cy="5841369"/>
          </a:xfrm>
          <a:prstGeom prst="rect">
            <a:avLst/>
          </a:prstGeom>
          <a:solidFill>
            <a:srgbClr val="FEF5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32" name="Picture 8" descr="Rescue Leagues - RoboCupJunior">
            <a:extLst>
              <a:ext uri="{FF2B5EF4-FFF2-40B4-BE49-F238E27FC236}">
                <a16:creationId xmlns:a16="http://schemas.microsoft.com/office/drawing/2014/main" id="{A1BDCA8F-0539-CC68-C743-1CFC5CF10F7C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04" b="14619"/>
          <a:stretch/>
        </p:blipFill>
        <p:spPr bwMode="auto">
          <a:xfrm>
            <a:off x="4050561" y="3730816"/>
            <a:ext cx="2835814" cy="3002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5DBCA87-DF4F-BC65-EC96-062DC3F212A2}"/>
              </a:ext>
            </a:extLst>
          </p:cNvPr>
          <p:cNvSpPr/>
          <p:nvPr/>
        </p:nvSpPr>
        <p:spPr>
          <a:xfrm>
            <a:off x="-125361" y="-169606"/>
            <a:ext cx="12668864" cy="1231490"/>
          </a:xfrm>
          <a:prstGeom prst="rect">
            <a:avLst/>
          </a:prstGeom>
          <a:solidFill>
            <a:srgbClr val="A8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1EFF5224-F1BC-AF46-2D03-AEBCD247E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92" y="842709"/>
            <a:ext cx="10515600" cy="1325563"/>
          </a:xfrm>
        </p:spPr>
        <p:txBody>
          <a:bodyPr>
            <a:normAutofit/>
          </a:bodyPr>
          <a:lstStyle/>
          <a:p>
            <a:r>
              <a:rPr lang="ru-RU" sz="3500" dirty="0"/>
              <a:t>Экстремальная робототехника</a:t>
            </a:r>
          </a:p>
        </p:txBody>
      </p:sp>
      <p:sp>
        <p:nvSpPr>
          <p:cNvPr id="12" name="Объект 11">
            <a:extLst>
              <a:ext uri="{FF2B5EF4-FFF2-40B4-BE49-F238E27FC236}">
                <a16:creationId xmlns:a16="http://schemas.microsoft.com/office/drawing/2014/main" id="{1E6ADF42-9495-084E-2508-9E6D022769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pic>
        <p:nvPicPr>
          <p:cNvPr id="1026" name="Picture 2" descr="Марш спасателей: ТОП-10 роботов, которые спешат на помощь">
            <a:extLst>
              <a:ext uri="{FF2B5EF4-FFF2-40B4-BE49-F238E27FC236}">
                <a16:creationId xmlns:a16="http://schemas.microsoft.com/office/drawing/2014/main" id="{82742D3F-C49D-A8A4-7BC8-048FCD377C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496" y="1895941"/>
            <a:ext cx="3750029" cy="2823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DD201427-E041-87C0-3F7D-3FFDE9A37790}"/>
              </a:ext>
            </a:extLst>
          </p:cNvPr>
          <p:cNvCxnSpPr/>
          <p:nvPr/>
        </p:nvCxnSpPr>
        <p:spPr>
          <a:xfrm>
            <a:off x="224912" y="4719322"/>
            <a:ext cx="3805437" cy="0"/>
          </a:xfrm>
          <a:prstGeom prst="line">
            <a:avLst/>
          </a:prstGeom>
          <a:ln w="57150">
            <a:solidFill>
              <a:srgbClr val="A8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Как роботы спасают людей / Хабр">
            <a:extLst>
              <a:ext uri="{FF2B5EF4-FFF2-40B4-BE49-F238E27FC236}">
                <a16:creationId xmlns:a16="http://schemas.microsoft.com/office/drawing/2014/main" id="{665B2DCE-8E2A-57A7-E717-A7B78602BA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096"/>
          <a:stretch/>
        </p:blipFill>
        <p:spPr bwMode="auto">
          <a:xfrm>
            <a:off x="262491" y="4733451"/>
            <a:ext cx="3750034" cy="2000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8F6B143-5965-6FC0-56E1-3E0B88961872}"/>
              </a:ext>
            </a:extLst>
          </p:cNvPr>
          <p:cNvSpPr/>
          <p:nvPr/>
        </p:nvSpPr>
        <p:spPr>
          <a:xfrm>
            <a:off x="262496" y="1898689"/>
            <a:ext cx="6623880" cy="4869035"/>
          </a:xfrm>
          <a:prstGeom prst="rect">
            <a:avLst/>
          </a:prstGeom>
          <a:noFill/>
          <a:ln w="57150">
            <a:solidFill>
              <a:srgbClr val="A8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71F790C3-6318-FA2C-087A-3908A8232CE3}"/>
              </a:ext>
            </a:extLst>
          </p:cNvPr>
          <p:cNvCxnSpPr>
            <a:cxnSpLocks/>
          </p:cNvCxnSpPr>
          <p:nvPr/>
        </p:nvCxnSpPr>
        <p:spPr>
          <a:xfrm>
            <a:off x="4030349" y="1898689"/>
            <a:ext cx="0" cy="4869035"/>
          </a:xfrm>
          <a:prstGeom prst="line">
            <a:avLst/>
          </a:prstGeom>
          <a:ln w="57150">
            <a:solidFill>
              <a:srgbClr val="A8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30" name="Picture 6" descr="RCJ Rescue Maze - RoboCupJunior">
            <a:extLst>
              <a:ext uri="{FF2B5EF4-FFF2-40B4-BE49-F238E27FC236}">
                <a16:creationId xmlns:a16="http://schemas.microsoft.com/office/drawing/2014/main" id="{7CC961E0-3050-F9DF-CF51-980DF632DC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4" t="29574" r="-3280" b="31321"/>
          <a:stretch/>
        </p:blipFill>
        <p:spPr bwMode="auto">
          <a:xfrm>
            <a:off x="4072007" y="1940889"/>
            <a:ext cx="2873850" cy="1734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6589C59-3312-8F5E-3CBC-CE6CE510B5FD}"/>
              </a:ext>
            </a:extLst>
          </p:cNvPr>
          <p:cNvSpPr txBox="1"/>
          <p:nvPr/>
        </p:nvSpPr>
        <p:spPr>
          <a:xfrm>
            <a:off x="8167137" y="3055226"/>
            <a:ext cx="292797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/>
              <a:t>спасение людей с помощью</a:t>
            </a:r>
          </a:p>
          <a:p>
            <a:pPr algn="ctr"/>
            <a:r>
              <a:rPr lang="ru-RU" sz="2800" dirty="0"/>
              <a:t>роботов это актуальная тема</a:t>
            </a:r>
          </a:p>
          <a:p>
            <a:pPr algn="ctr"/>
            <a:r>
              <a:rPr lang="ru-RU" sz="2800" dirty="0"/>
              <a:t>современного мира</a:t>
            </a: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6ED9BA06-9F59-58E0-6F2D-4D6C5D254DB7}"/>
              </a:ext>
            </a:extLst>
          </p:cNvPr>
          <p:cNvSpPr/>
          <p:nvPr/>
        </p:nvSpPr>
        <p:spPr>
          <a:xfrm>
            <a:off x="7942989" y="2966683"/>
            <a:ext cx="3410811" cy="2854742"/>
          </a:xfrm>
          <a:prstGeom prst="rect">
            <a:avLst/>
          </a:prstGeom>
          <a:noFill/>
          <a:ln w="57150">
            <a:solidFill>
              <a:srgbClr val="A8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93CBB91C-8C7B-A6B4-8D88-C1ADD0A95B0B}"/>
              </a:ext>
            </a:extLst>
          </p:cNvPr>
          <p:cNvCxnSpPr>
            <a:cxnSpLocks/>
          </p:cNvCxnSpPr>
          <p:nvPr/>
        </p:nvCxnSpPr>
        <p:spPr>
          <a:xfrm>
            <a:off x="6886381" y="1895941"/>
            <a:ext cx="0" cy="2157949"/>
          </a:xfrm>
          <a:prstGeom prst="line">
            <a:avLst/>
          </a:prstGeom>
          <a:ln w="57150">
            <a:solidFill>
              <a:srgbClr val="A8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единительная линия 42">
            <a:extLst>
              <a:ext uri="{FF2B5EF4-FFF2-40B4-BE49-F238E27FC236}">
                <a16:creationId xmlns:a16="http://schemas.microsoft.com/office/drawing/2014/main" id="{E0891EA3-B365-48C6-D97D-C6A4F353244D}"/>
              </a:ext>
            </a:extLst>
          </p:cNvPr>
          <p:cNvCxnSpPr/>
          <p:nvPr/>
        </p:nvCxnSpPr>
        <p:spPr>
          <a:xfrm flipV="1">
            <a:off x="3983466" y="3697390"/>
            <a:ext cx="2873851" cy="11381"/>
          </a:xfrm>
          <a:prstGeom prst="line">
            <a:avLst/>
          </a:prstGeom>
          <a:ln w="57150">
            <a:solidFill>
              <a:srgbClr val="A8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2" descr="Президентский физико-математический лицей №239 | Лекториум">
            <a:extLst>
              <a:ext uri="{FF2B5EF4-FFF2-40B4-BE49-F238E27FC236}">
                <a16:creationId xmlns:a16="http://schemas.microsoft.com/office/drawing/2014/main" id="{8B04D9C4-7CF7-93C0-F52D-B450198B64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347" y="-334648"/>
            <a:ext cx="1237198" cy="174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0065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F3B6DE4-D101-D773-30AB-152AE2B85572}"/>
              </a:ext>
            </a:extLst>
          </p:cNvPr>
          <p:cNvSpPr/>
          <p:nvPr/>
        </p:nvSpPr>
        <p:spPr>
          <a:xfrm>
            <a:off x="-125363" y="984250"/>
            <a:ext cx="12668865" cy="6083300"/>
          </a:xfrm>
          <a:prstGeom prst="rect">
            <a:avLst/>
          </a:prstGeom>
          <a:solidFill>
            <a:srgbClr val="FEF5F0"/>
          </a:solidFill>
          <a:ln>
            <a:solidFill>
              <a:srgbClr val="FEF5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058" name="Picture 10" descr="Competition Fields | 2023 Maze Competition">
            <a:extLst>
              <a:ext uri="{FF2B5EF4-FFF2-40B4-BE49-F238E27FC236}">
                <a16:creationId xmlns:a16="http://schemas.microsoft.com/office/drawing/2014/main" id="{B9A29766-141A-157C-467A-8A4F20C76E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455" b="8673"/>
          <a:stretch/>
        </p:blipFill>
        <p:spPr bwMode="auto">
          <a:xfrm>
            <a:off x="7820244" y="4486662"/>
            <a:ext cx="4092911" cy="2207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Rescue Leagues - RoboCupJunior">
            <a:extLst>
              <a:ext uri="{FF2B5EF4-FFF2-40B4-BE49-F238E27FC236}">
                <a16:creationId xmlns:a16="http://schemas.microsoft.com/office/drawing/2014/main" id="{782364F0-20FB-79C1-6448-AB62B38F7F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680" b="24332"/>
          <a:stretch/>
        </p:blipFill>
        <p:spPr bwMode="auto">
          <a:xfrm>
            <a:off x="7804841" y="1855476"/>
            <a:ext cx="4108314" cy="2575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Если здание рухнет, то заделанные окна никак не помогут»: жительница  Судогды рассказала про разрушенный дом | 31.01.2025 | Владимир - БезФормата">
            <a:extLst>
              <a:ext uri="{FF2B5EF4-FFF2-40B4-BE49-F238E27FC236}">
                <a16:creationId xmlns:a16="http://schemas.microsoft.com/office/drawing/2014/main" id="{A01D86CC-8B7D-19AC-01E0-954CAA6FD1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327" y="4464015"/>
            <a:ext cx="4139119" cy="2325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Силы тигра» разблокировали Дейр-эз-Зор :: Политика :: Газета РБК">
            <a:extLst>
              <a:ext uri="{FF2B5EF4-FFF2-40B4-BE49-F238E27FC236}">
                <a16:creationId xmlns:a16="http://schemas.microsoft.com/office/drawing/2014/main" id="{1B4E9E23-C56A-4043-4390-77157BF520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328" y="1916866"/>
            <a:ext cx="4139119" cy="2547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5DBCA87-DF4F-BC65-EC96-062DC3F212A2}"/>
              </a:ext>
            </a:extLst>
          </p:cNvPr>
          <p:cNvSpPr/>
          <p:nvPr/>
        </p:nvSpPr>
        <p:spPr>
          <a:xfrm>
            <a:off x="-125361" y="-169606"/>
            <a:ext cx="12668864" cy="1231490"/>
          </a:xfrm>
          <a:prstGeom prst="rect">
            <a:avLst/>
          </a:prstGeom>
          <a:solidFill>
            <a:srgbClr val="A8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1EFF5224-F1BC-AF46-2D03-AEBCD247E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92" y="842709"/>
            <a:ext cx="10515600" cy="1325563"/>
          </a:xfrm>
        </p:spPr>
        <p:txBody>
          <a:bodyPr>
            <a:normAutofit/>
          </a:bodyPr>
          <a:lstStyle/>
          <a:p>
            <a:r>
              <a:rPr lang="ru-RU" sz="3500" dirty="0"/>
              <a:t>Схожесть с реальной ситуацией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8F6B143-5965-6FC0-56E1-3E0B88961872}"/>
              </a:ext>
            </a:extLst>
          </p:cNvPr>
          <p:cNvSpPr/>
          <p:nvPr/>
        </p:nvSpPr>
        <p:spPr>
          <a:xfrm>
            <a:off x="336329" y="1921661"/>
            <a:ext cx="4139119" cy="4869035"/>
          </a:xfrm>
          <a:prstGeom prst="rect">
            <a:avLst/>
          </a:prstGeom>
          <a:noFill/>
          <a:ln w="57150">
            <a:solidFill>
              <a:srgbClr val="A8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" name="Прямая со стрелкой 4">
            <a:extLst>
              <a:ext uri="{FF2B5EF4-FFF2-40B4-BE49-F238E27FC236}">
                <a16:creationId xmlns:a16="http://schemas.microsoft.com/office/drawing/2014/main" id="{5F0BB0CA-C531-6F46-F087-3F500B6EA86C}"/>
              </a:ext>
            </a:extLst>
          </p:cNvPr>
          <p:cNvCxnSpPr>
            <a:cxnSpLocks/>
          </p:cNvCxnSpPr>
          <p:nvPr/>
        </p:nvCxnSpPr>
        <p:spPr>
          <a:xfrm>
            <a:off x="5168348" y="4464016"/>
            <a:ext cx="2118454" cy="0"/>
          </a:xfrm>
          <a:prstGeom prst="straightConnector1">
            <a:avLst/>
          </a:prstGeom>
          <a:ln w="76200">
            <a:solidFill>
              <a:srgbClr val="A8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0235EAC-5BF6-C33E-F259-890A497601B9}"/>
              </a:ext>
            </a:extLst>
          </p:cNvPr>
          <p:cNvSpPr/>
          <p:nvPr/>
        </p:nvSpPr>
        <p:spPr>
          <a:xfrm>
            <a:off x="7789439" y="1825625"/>
            <a:ext cx="4139119" cy="4869035"/>
          </a:xfrm>
          <a:prstGeom prst="rect">
            <a:avLst/>
          </a:prstGeom>
          <a:noFill/>
          <a:ln w="57150">
            <a:solidFill>
              <a:srgbClr val="A8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36EFC15D-237F-782A-679B-0C4790F44488}"/>
              </a:ext>
            </a:extLst>
          </p:cNvPr>
          <p:cNvCxnSpPr>
            <a:cxnSpLocks/>
          </p:cNvCxnSpPr>
          <p:nvPr/>
        </p:nvCxnSpPr>
        <p:spPr>
          <a:xfrm>
            <a:off x="336328" y="4475375"/>
            <a:ext cx="4139119" cy="0"/>
          </a:xfrm>
          <a:prstGeom prst="line">
            <a:avLst/>
          </a:prstGeom>
          <a:ln w="57150">
            <a:solidFill>
              <a:srgbClr val="A8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B98F90B3-5069-D76B-632A-A0CA03308823}"/>
              </a:ext>
            </a:extLst>
          </p:cNvPr>
          <p:cNvCxnSpPr>
            <a:cxnSpLocks/>
          </p:cNvCxnSpPr>
          <p:nvPr/>
        </p:nvCxnSpPr>
        <p:spPr>
          <a:xfrm>
            <a:off x="7820244" y="4464015"/>
            <a:ext cx="4139119" cy="0"/>
          </a:xfrm>
          <a:prstGeom prst="line">
            <a:avLst/>
          </a:prstGeom>
          <a:ln w="57150">
            <a:solidFill>
              <a:srgbClr val="A8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2" descr="Президентский физико-математический лицей №239 | Лекториум">
            <a:extLst>
              <a:ext uri="{FF2B5EF4-FFF2-40B4-BE49-F238E27FC236}">
                <a16:creationId xmlns:a16="http://schemas.microsoft.com/office/drawing/2014/main" id="{1FA5AFEA-BE25-5789-3E5D-FB5446B36D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347" y="-334648"/>
            <a:ext cx="1237198" cy="174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9451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A6D67EA-99C5-690D-FBC7-3D02548395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64" t="9403" r="33738" b="12462"/>
          <a:stretch/>
        </p:blipFill>
        <p:spPr bwMode="auto">
          <a:xfrm>
            <a:off x="804832" y="2301042"/>
            <a:ext cx="3406475" cy="3310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C04E31EE-F2CF-12BB-29F6-22E71A3523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3032" y="2301042"/>
            <a:ext cx="4015735" cy="3310586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5DBCA87-DF4F-BC65-EC96-062DC3F212A2}"/>
              </a:ext>
            </a:extLst>
          </p:cNvPr>
          <p:cNvSpPr/>
          <p:nvPr/>
        </p:nvSpPr>
        <p:spPr>
          <a:xfrm>
            <a:off x="-125361" y="-169606"/>
            <a:ext cx="12668864" cy="1231490"/>
          </a:xfrm>
          <a:prstGeom prst="rect">
            <a:avLst/>
          </a:prstGeom>
          <a:solidFill>
            <a:srgbClr val="A8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095B1BA0-664C-1559-8DE4-40616DCA14BC}"/>
              </a:ext>
            </a:extLst>
          </p:cNvPr>
          <p:cNvSpPr/>
          <p:nvPr/>
        </p:nvSpPr>
        <p:spPr>
          <a:xfrm>
            <a:off x="232859" y="1174664"/>
            <a:ext cx="4742385" cy="863286"/>
          </a:xfrm>
          <a:prstGeom prst="roundRect">
            <a:avLst/>
          </a:prstGeom>
          <a:noFill/>
          <a:ln w="38100">
            <a:solidFill>
              <a:srgbClr val="A8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EF9AA2-38D4-24CC-DC65-A71BCD3D17F7}"/>
              </a:ext>
            </a:extLst>
          </p:cNvPr>
          <p:cNvSpPr txBox="1"/>
          <p:nvPr/>
        </p:nvSpPr>
        <p:spPr>
          <a:xfrm>
            <a:off x="0" y="1283141"/>
            <a:ext cx="52081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Цель - создать робота, для прохождения лабиринта</a:t>
            </a:r>
          </a:p>
        </p:txBody>
      </p: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49B9E08A-B938-9E48-B27F-DB2E69BBAA10}"/>
              </a:ext>
            </a:extLst>
          </p:cNvPr>
          <p:cNvCxnSpPr>
            <a:cxnSpLocks/>
          </p:cNvCxnSpPr>
          <p:nvPr/>
        </p:nvCxnSpPr>
        <p:spPr>
          <a:xfrm flipV="1">
            <a:off x="5208103" y="1606306"/>
            <a:ext cx="1885595" cy="3384"/>
          </a:xfrm>
          <a:prstGeom prst="straightConnector1">
            <a:avLst/>
          </a:prstGeom>
          <a:ln w="76200">
            <a:solidFill>
              <a:srgbClr val="A8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EC056469-5D93-209F-B31D-DA33211AE298}"/>
              </a:ext>
            </a:extLst>
          </p:cNvPr>
          <p:cNvSpPr/>
          <p:nvPr/>
        </p:nvSpPr>
        <p:spPr>
          <a:xfrm>
            <a:off x="7258048" y="1174664"/>
            <a:ext cx="4742385" cy="863286"/>
          </a:xfrm>
          <a:prstGeom prst="roundRect">
            <a:avLst/>
          </a:prstGeom>
          <a:noFill/>
          <a:ln w="38100">
            <a:solidFill>
              <a:srgbClr val="A8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53A21C-34B5-BBFF-450E-6779D6805DB0}"/>
              </a:ext>
            </a:extLst>
          </p:cNvPr>
          <p:cNvSpPr txBox="1"/>
          <p:nvPr/>
        </p:nvSpPr>
        <p:spPr>
          <a:xfrm>
            <a:off x="7025187" y="1376363"/>
            <a:ext cx="5208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Анализ аналогов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48695FCB-7FC6-C185-9B93-127346FA4166}"/>
              </a:ext>
            </a:extLst>
          </p:cNvPr>
          <p:cNvSpPr/>
          <p:nvPr/>
        </p:nvSpPr>
        <p:spPr>
          <a:xfrm>
            <a:off x="804832" y="2269039"/>
            <a:ext cx="10673425" cy="3344669"/>
          </a:xfrm>
          <a:prstGeom prst="rect">
            <a:avLst/>
          </a:prstGeom>
          <a:noFill/>
          <a:ln w="57150">
            <a:solidFill>
              <a:srgbClr val="A8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0" name="Рисунок 19" descr="Изображение выглядит как колесо, автокомпонент, шина, Масштабная модель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F6B5075-955E-290B-B9C6-0162E3A161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737" y="2697299"/>
            <a:ext cx="3236843" cy="2329569"/>
          </a:xfrm>
          <a:prstGeom prst="rect">
            <a:avLst/>
          </a:prstGeom>
        </p:spPr>
      </p:pic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511DC241-F22B-6637-0744-DAF20DE6C3A2}"/>
              </a:ext>
            </a:extLst>
          </p:cNvPr>
          <p:cNvSpPr/>
          <p:nvPr/>
        </p:nvSpPr>
        <p:spPr>
          <a:xfrm>
            <a:off x="3936895" y="5839334"/>
            <a:ext cx="4742385" cy="863286"/>
          </a:xfrm>
          <a:prstGeom prst="roundRect">
            <a:avLst/>
          </a:prstGeom>
          <a:noFill/>
          <a:ln w="38100">
            <a:solidFill>
              <a:srgbClr val="A8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A2E0A2D-80E5-4ACB-71E3-922F751E4AEF}"/>
              </a:ext>
            </a:extLst>
          </p:cNvPr>
          <p:cNvSpPr txBox="1"/>
          <p:nvPr/>
        </p:nvSpPr>
        <p:spPr>
          <a:xfrm>
            <a:off x="4387982" y="6090465"/>
            <a:ext cx="3988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Создание концепции своего робота</a:t>
            </a:r>
          </a:p>
        </p:txBody>
      </p:sp>
      <p:pic>
        <p:nvPicPr>
          <p:cNvPr id="5" name="Picture 2" descr="Президентский физико-математический лицей №239 | Лекториум">
            <a:extLst>
              <a:ext uri="{FF2B5EF4-FFF2-40B4-BE49-F238E27FC236}">
                <a16:creationId xmlns:a16="http://schemas.microsoft.com/office/drawing/2014/main" id="{9AF84F57-041F-BD40-413F-B92C67710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347" y="-334648"/>
            <a:ext cx="1237198" cy="174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6282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5DBCA87-DF4F-BC65-EC96-062DC3F212A2}"/>
              </a:ext>
            </a:extLst>
          </p:cNvPr>
          <p:cNvSpPr/>
          <p:nvPr/>
        </p:nvSpPr>
        <p:spPr>
          <a:xfrm>
            <a:off x="-125361" y="-169606"/>
            <a:ext cx="12668864" cy="1231490"/>
          </a:xfrm>
          <a:prstGeom prst="rect">
            <a:avLst/>
          </a:prstGeom>
          <a:solidFill>
            <a:srgbClr val="A8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1D48B7A1-1C8C-4597-A5A3-26BABFED7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1704" y="1813583"/>
            <a:ext cx="2036321" cy="1205057"/>
          </a:xfrm>
        </p:spPr>
        <p:txBody>
          <a:bodyPr/>
          <a:lstStyle/>
          <a:p>
            <a:r>
              <a:rPr lang="ru-RU" dirty="0"/>
              <a:t>Задача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6AB3CDF2-34B2-0E56-3105-B5EDE416B7FA}"/>
              </a:ext>
            </a:extLst>
          </p:cNvPr>
          <p:cNvSpPr/>
          <p:nvPr/>
        </p:nvSpPr>
        <p:spPr>
          <a:xfrm>
            <a:off x="1040254" y="1907140"/>
            <a:ext cx="2207771" cy="1034716"/>
          </a:xfrm>
          <a:prstGeom prst="roundRect">
            <a:avLst/>
          </a:prstGeom>
          <a:noFill/>
          <a:ln w="57150">
            <a:solidFill>
              <a:srgbClr val="A8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2F71D96C-F2D3-74A3-1DAE-9116A5034A30}"/>
              </a:ext>
            </a:extLst>
          </p:cNvPr>
          <p:cNvCxnSpPr>
            <a:cxnSpLocks/>
          </p:cNvCxnSpPr>
          <p:nvPr/>
        </p:nvCxnSpPr>
        <p:spPr>
          <a:xfrm>
            <a:off x="2167973" y="3221582"/>
            <a:ext cx="0" cy="1249826"/>
          </a:xfrm>
          <a:prstGeom prst="straightConnector1">
            <a:avLst/>
          </a:prstGeom>
          <a:ln w="76200">
            <a:solidFill>
              <a:srgbClr val="A8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4743F78F-DAF6-7C98-0A85-25287BA1207D}"/>
              </a:ext>
            </a:extLst>
          </p:cNvPr>
          <p:cNvSpPr/>
          <p:nvPr/>
        </p:nvSpPr>
        <p:spPr>
          <a:xfrm>
            <a:off x="1064087" y="4773394"/>
            <a:ext cx="2207771" cy="1034716"/>
          </a:xfrm>
          <a:prstGeom prst="roundRect">
            <a:avLst/>
          </a:prstGeom>
          <a:noFill/>
          <a:ln w="57150">
            <a:solidFill>
              <a:srgbClr val="A8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Заголовок 4">
            <a:extLst>
              <a:ext uri="{FF2B5EF4-FFF2-40B4-BE49-F238E27FC236}">
                <a16:creationId xmlns:a16="http://schemas.microsoft.com/office/drawing/2014/main" id="{7A6CFCFB-6784-1E99-76E0-5CAB920A56F3}"/>
              </a:ext>
            </a:extLst>
          </p:cNvPr>
          <p:cNvSpPr txBox="1">
            <a:spLocks/>
          </p:cNvSpPr>
          <p:nvPr/>
        </p:nvSpPr>
        <p:spPr>
          <a:xfrm>
            <a:off x="1306955" y="4696610"/>
            <a:ext cx="1864870" cy="12050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Схема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36FD2B1F-93D2-2E5C-33C8-2F7C82D6D2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69" r="12456"/>
          <a:stretch/>
        </p:blipFill>
        <p:spPr>
          <a:xfrm>
            <a:off x="4302179" y="1102189"/>
            <a:ext cx="7161079" cy="5712512"/>
          </a:xfrm>
          <a:prstGeom prst="rect">
            <a:avLst/>
          </a:prstGeom>
        </p:spPr>
      </p:pic>
      <p:pic>
        <p:nvPicPr>
          <p:cNvPr id="2" name="Picture 2" descr="Президентский физико-математический лицей №239 | Лекториум">
            <a:extLst>
              <a:ext uri="{FF2B5EF4-FFF2-40B4-BE49-F238E27FC236}">
                <a16:creationId xmlns:a16="http://schemas.microsoft.com/office/drawing/2014/main" id="{F11DC409-F72C-BE40-4A13-65757721F4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347" y="-334648"/>
            <a:ext cx="1237198" cy="174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21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5DBCA87-DF4F-BC65-EC96-062DC3F212A2}"/>
              </a:ext>
            </a:extLst>
          </p:cNvPr>
          <p:cNvSpPr/>
          <p:nvPr/>
        </p:nvSpPr>
        <p:spPr>
          <a:xfrm>
            <a:off x="-125361" y="-169606"/>
            <a:ext cx="12668864" cy="1231490"/>
          </a:xfrm>
          <a:prstGeom prst="rect">
            <a:avLst/>
          </a:prstGeom>
          <a:solidFill>
            <a:srgbClr val="A8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3C26CEB3-40D7-6300-B51F-C9B359C272C6}"/>
              </a:ext>
            </a:extLst>
          </p:cNvPr>
          <p:cNvSpPr/>
          <p:nvPr/>
        </p:nvSpPr>
        <p:spPr>
          <a:xfrm>
            <a:off x="9302164" y="-1063878"/>
            <a:ext cx="3344954" cy="3199696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 descr="Изображение выглядит как колесо, транспортное средство, Наземный транспорт, Игрушечный транспор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9C3587D-B469-18B0-157D-9291035AF3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929" b="25561"/>
          <a:stretch/>
        </p:blipFill>
        <p:spPr>
          <a:xfrm>
            <a:off x="8387151" y="-1179924"/>
            <a:ext cx="3912279" cy="3070086"/>
          </a:xfrm>
          <a:prstGeom prst="rect">
            <a:avLst/>
          </a:prstGeom>
        </p:spPr>
      </p:pic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26E38C4B-21FE-B28B-8FA7-B5580ECB7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172" y="1274357"/>
            <a:ext cx="11130476" cy="569811"/>
          </a:xfrm>
        </p:spPr>
        <p:txBody>
          <a:bodyPr>
            <a:normAutofit fontScale="90000"/>
          </a:bodyPr>
          <a:lstStyle/>
          <a:p>
            <a:r>
              <a:rPr lang="ru-RU" dirty="0"/>
              <a:t>Разработка конструкции</a:t>
            </a:r>
          </a:p>
        </p:txBody>
      </p:sp>
      <p:pic>
        <p:nvPicPr>
          <p:cNvPr id="25" name="Рисунок 24" descr="Изображение выглядит как колесо, Масштабная модель, игрушка, транспортное средств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ADB71276-004B-443F-ADA2-23651299DD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172" y="1687563"/>
            <a:ext cx="5422859" cy="3326270"/>
          </a:xfrm>
          <a:prstGeom prst="rect">
            <a:avLst/>
          </a:prstGeom>
        </p:spPr>
      </p:pic>
      <p:pic>
        <p:nvPicPr>
          <p:cNvPr id="27" name="Рисунок 26" descr="Изображение выглядит как снимок экран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DB6F6B5-23AC-C41F-9862-59B67BF76C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0019" y="3914467"/>
            <a:ext cx="2430018" cy="2309612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9E4B3AB0-30FA-C876-F261-F193046DFE2F}"/>
              </a:ext>
            </a:extLst>
          </p:cNvPr>
          <p:cNvSpPr txBox="1"/>
          <p:nvPr/>
        </p:nvSpPr>
        <p:spPr>
          <a:xfrm>
            <a:off x="6545695" y="3767340"/>
            <a:ext cx="16786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Ходовая часть</a:t>
            </a:r>
          </a:p>
          <a:p>
            <a:endParaRPr lang="ru-RU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DD65984-7D93-A4F4-262C-3F347E49C638}"/>
              </a:ext>
            </a:extLst>
          </p:cNvPr>
          <p:cNvSpPr txBox="1"/>
          <p:nvPr/>
        </p:nvSpPr>
        <p:spPr>
          <a:xfrm>
            <a:off x="6209071" y="2240806"/>
            <a:ext cx="2122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Передний бампер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B88838C-8138-6FCD-EA1A-ECB0166E7757}"/>
              </a:ext>
            </a:extLst>
          </p:cNvPr>
          <p:cNvSpPr txBox="1"/>
          <p:nvPr/>
        </p:nvSpPr>
        <p:spPr>
          <a:xfrm>
            <a:off x="9768228" y="2240806"/>
            <a:ext cx="1797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Задний бампер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5A6E00E-43B2-66C5-E10C-7431BE4E0251}"/>
              </a:ext>
            </a:extLst>
          </p:cNvPr>
          <p:cNvSpPr txBox="1"/>
          <p:nvPr/>
        </p:nvSpPr>
        <p:spPr>
          <a:xfrm>
            <a:off x="9385839" y="4364164"/>
            <a:ext cx="1968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Система выдачи</a:t>
            </a:r>
          </a:p>
        </p:txBody>
      </p:sp>
      <p:pic>
        <p:nvPicPr>
          <p:cNvPr id="3" name="Рисунок 2" descr="Изображение выглядит как снимок экрана, Прямоугольник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5C0C9770-3164-FF43-39FE-8154683FDB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9181" y="4691304"/>
            <a:ext cx="2852399" cy="2166696"/>
          </a:xfrm>
          <a:prstGeom prst="rect">
            <a:avLst/>
          </a:prstGeom>
        </p:spPr>
      </p:pic>
      <p:pic>
        <p:nvPicPr>
          <p:cNvPr id="9" name="Рисунок 8" descr="Изображение выглядит как дом, белый, черно-белы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59301A2D-67A7-12D3-31CF-0986C59A3A8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5713" y="2398670"/>
            <a:ext cx="3023281" cy="1790450"/>
          </a:xfrm>
          <a:prstGeom prst="rect">
            <a:avLst/>
          </a:prstGeom>
        </p:spPr>
      </p:pic>
      <p:pic>
        <p:nvPicPr>
          <p:cNvPr id="12" name="Рисунок 11" descr="Изображение выглядит как корабль, плавсредств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6E449802-A6A7-C0F8-6027-BB2B17D0358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7889" y="2153014"/>
            <a:ext cx="3834275" cy="1861163"/>
          </a:xfrm>
          <a:prstGeom prst="rect">
            <a:avLst/>
          </a:prstGeom>
        </p:spPr>
      </p:pic>
      <p:pic>
        <p:nvPicPr>
          <p:cNvPr id="14" name="Рисунок 13" descr="Изображение выглядит как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A3FD4ABB-9082-FF35-A677-407D0F72BB5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7064" y="4451973"/>
            <a:ext cx="3086358" cy="1797980"/>
          </a:xfrm>
          <a:prstGeom prst="rect">
            <a:avLst/>
          </a:prstGeom>
        </p:spPr>
      </p:pic>
      <p:pic>
        <p:nvPicPr>
          <p:cNvPr id="15" name="Picture 2" descr="Президентский физико-математический лицей №239 | Лекториум">
            <a:extLst>
              <a:ext uri="{FF2B5EF4-FFF2-40B4-BE49-F238E27FC236}">
                <a16:creationId xmlns:a16="http://schemas.microsoft.com/office/drawing/2014/main" id="{739971D5-6EA4-0B4A-B7F3-425318E572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347" y="-334648"/>
            <a:ext cx="1237198" cy="174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749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5DBCA87-DF4F-BC65-EC96-062DC3F212A2}"/>
              </a:ext>
            </a:extLst>
          </p:cNvPr>
          <p:cNvSpPr/>
          <p:nvPr/>
        </p:nvSpPr>
        <p:spPr>
          <a:xfrm>
            <a:off x="-125361" y="-169606"/>
            <a:ext cx="12668864" cy="1231490"/>
          </a:xfrm>
          <a:prstGeom prst="rect">
            <a:avLst/>
          </a:prstGeom>
          <a:solidFill>
            <a:srgbClr val="A8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CBA734C2-450F-3826-140B-3EA794B80E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63" b="30942"/>
          <a:stretch/>
        </p:blipFill>
        <p:spPr>
          <a:xfrm>
            <a:off x="675622" y="2967258"/>
            <a:ext cx="4862204" cy="2986038"/>
          </a:xfrm>
          <a:prstGeom prst="rect">
            <a:avLst/>
          </a:prstGeom>
        </p:spPr>
      </p:pic>
      <p:pic>
        <p:nvPicPr>
          <p:cNvPr id="15" name="Рисунок 14" descr="Изображение выглядит как шестерня, металлоизделия, колесо, транспор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FB26283-5A5A-6FEE-9DDB-B69E9BE6DC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13" r="9403" b="31345"/>
          <a:stretch/>
        </p:blipFill>
        <p:spPr>
          <a:xfrm>
            <a:off x="6241516" y="2974751"/>
            <a:ext cx="5274862" cy="3144204"/>
          </a:xfrm>
          <a:prstGeom prst="rect">
            <a:avLst/>
          </a:prstGeom>
        </p:spPr>
      </p:pic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C97A1DE8-C1F7-D0F9-20EE-82885D58A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87" y="146914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dirty="0"/>
              <a:t>Собственные колёса</a:t>
            </a:r>
            <a:br>
              <a:rPr lang="en-US" dirty="0"/>
            </a:br>
            <a:br>
              <a:rPr lang="ru-RU" dirty="0"/>
            </a:br>
            <a:r>
              <a:rPr lang="ru-RU" dirty="0"/>
              <a:t>До                                                  </a:t>
            </a:r>
            <a:r>
              <a:rPr lang="en-US" dirty="0"/>
              <a:t>    </a:t>
            </a:r>
            <a:r>
              <a:rPr lang="ru-RU" dirty="0"/>
              <a:t>После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8CAD51A-5D9D-9BB6-BE81-C39FEA92ED7B}"/>
              </a:ext>
            </a:extLst>
          </p:cNvPr>
          <p:cNvSpPr/>
          <p:nvPr/>
        </p:nvSpPr>
        <p:spPr>
          <a:xfrm>
            <a:off x="418916" y="2981647"/>
            <a:ext cx="5118910" cy="3144203"/>
          </a:xfrm>
          <a:prstGeom prst="rect">
            <a:avLst/>
          </a:prstGeom>
          <a:noFill/>
          <a:ln w="41275">
            <a:solidFill>
              <a:srgbClr val="A8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CC19656-698A-547A-35B4-8BD103A36820}"/>
              </a:ext>
            </a:extLst>
          </p:cNvPr>
          <p:cNvSpPr/>
          <p:nvPr/>
        </p:nvSpPr>
        <p:spPr>
          <a:xfrm>
            <a:off x="6397468" y="2968409"/>
            <a:ext cx="5118910" cy="3144203"/>
          </a:xfrm>
          <a:prstGeom prst="rect">
            <a:avLst/>
          </a:prstGeom>
          <a:noFill/>
          <a:ln w="41275">
            <a:solidFill>
              <a:srgbClr val="A8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Picture 2" descr="Президентский физико-математический лицей №239 | Лекториум">
            <a:extLst>
              <a:ext uri="{FF2B5EF4-FFF2-40B4-BE49-F238E27FC236}">
                <a16:creationId xmlns:a16="http://schemas.microsoft.com/office/drawing/2014/main" id="{C4DFDEBC-7547-8B9D-5ECA-85875855F4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347" y="-334648"/>
            <a:ext cx="1237198" cy="174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Овал 2">
            <a:extLst>
              <a:ext uri="{FF2B5EF4-FFF2-40B4-BE49-F238E27FC236}">
                <a16:creationId xmlns:a16="http://schemas.microsoft.com/office/drawing/2014/main" id="{FE1B25B8-906E-833A-6422-C3FBC5D9E247}"/>
              </a:ext>
            </a:extLst>
          </p:cNvPr>
          <p:cNvSpPr/>
          <p:nvPr/>
        </p:nvSpPr>
        <p:spPr>
          <a:xfrm>
            <a:off x="9302164" y="-1063878"/>
            <a:ext cx="3344954" cy="3199696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 descr="Изображение выглядит как колесо, транспортное средство, Наземный транспорт, Игрушечный транспорт">
            <a:extLst>
              <a:ext uri="{FF2B5EF4-FFF2-40B4-BE49-F238E27FC236}">
                <a16:creationId xmlns:a16="http://schemas.microsoft.com/office/drawing/2014/main" id="{3F75F6FA-030D-822F-0121-D51D497533C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929" b="25561"/>
          <a:stretch/>
        </p:blipFill>
        <p:spPr>
          <a:xfrm>
            <a:off x="8387151" y="-1179924"/>
            <a:ext cx="3912279" cy="3070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280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5DBCA87-DF4F-BC65-EC96-062DC3F212A2}"/>
              </a:ext>
            </a:extLst>
          </p:cNvPr>
          <p:cNvSpPr/>
          <p:nvPr/>
        </p:nvSpPr>
        <p:spPr>
          <a:xfrm>
            <a:off x="-125361" y="-169606"/>
            <a:ext cx="12668864" cy="1231490"/>
          </a:xfrm>
          <a:prstGeom prst="rect">
            <a:avLst/>
          </a:prstGeom>
          <a:solidFill>
            <a:srgbClr val="A8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C97A1DE8-C1F7-D0F9-20EE-82885D58A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912" y="1061884"/>
            <a:ext cx="10956422" cy="1325563"/>
          </a:xfrm>
          <a:solidFill>
            <a:schemeClr val="bg1">
              <a:alpha val="0"/>
            </a:schemeClr>
          </a:solidFill>
        </p:spPr>
        <p:txBody>
          <a:bodyPr/>
          <a:lstStyle/>
          <a:p>
            <a:r>
              <a:rPr lang="ru-RU" dirty="0"/>
              <a:t>Программное обеспечение для </a:t>
            </a:r>
            <a:r>
              <a:rPr lang="en-US" dirty="0"/>
              <a:t>Arduino</a:t>
            </a:r>
            <a:endParaRPr lang="ru-RU" dirty="0"/>
          </a:p>
        </p:txBody>
      </p:sp>
      <p:pic>
        <p:nvPicPr>
          <p:cNvPr id="9" name="Рисунок 8" descr="Изображение выглядит как электроника, Электронная техника, Электронный компонент, Компонент схемы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88FA179-0B2A-05D7-5645-B352BC775F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142" y="4609768"/>
            <a:ext cx="3561269" cy="2372696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19A4EA9-15D4-558C-E737-E887CD5E5F6D}"/>
              </a:ext>
            </a:extLst>
          </p:cNvPr>
          <p:cNvSpPr/>
          <p:nvPr/>
        </p:nvSpPr>
        <p:spPr>
          <a:xfrm>
            <a:off x="6134369" y="2439351"/>
            <a:ext cx="4819863" cy="3946064"/>
          </a:xfrm>
          <a:prstGeom prst="rect">
            <a:avLst/>
          </a:prstGeom>
          <a:solidFill>
            <a:schemeClr val="bg1"/>
          </a:solidFill>
          <a:ln w="38100">
            <a:solidFill>
              <a:srgbClr val="A8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5" name="Рисунок 14" descr="Изображение выглядит как текст, снимок экрана, диаграмма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B3E363E-3F1C-EE60-1D8B-A70B295A29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0042" y="2498425"/>
            <a:ext cx="4568516" cy="3827916"/>
          </a:xfrm>
          <a:prstGeom prst="rect">
            <a:avLst/>
          </a:prstGeom>
        </p:spPr>
      </p:pic>
      <p:pic>
        <p:nvPicPr>
          <p:cNvPr id="16" name="Объект 8" descr="Изображение выглядит как электроника, Электронный компонент, Компонент схемы, Электронная техник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C7AB9EC-4408-15F4-DC2C-C8606ED6D5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1527" y="1905002"/>
            <a:ext cx="2730497" cy="2047873"/>
          </a:xfrm>
          <a:prstGeom prst="rect">
            <a:avLst/>
          </a:prstGeom>
        </p:spPr>
      </p:pic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270FB210-B2AA-162A-BA24-1EA153FA4C96}"/>
              </a:ext>
            </a:extLst>
          </p:cNvPr>
          <p:cNvCxnSpPr>
            <a:cxnSpLocks/>
          </p:cNvCxnSpPr>
          <p:nvPr/>
        </p:nvCxnSpPr>
        <p:spPr>
          <a:xfrm>
            <a:off x="2453723" y="3984855"/>
            <a:ext cx="0" cy="1249826"/>
          </a:xfrm>
          <a:prstGeom prst="straightConnector1">
            <a:avLst/>
          </a:prstGeom>
          <a:ln w="76200">
            <a:solidFill>
              <a:srgbClr val="A8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D416D206-C49E-CF4C-1B5B-A761960B0906}"/>
              </a:ext>
            </a:extLst>
          </p:cNvPr>
          <p:cNvCxnSpPr>
            <a:cxnSpLocks/>
          </p:cNvCxnSpPr>
          <p:nvPr/>
        </p:nvCxnSpPr>
        <p:spPr>
          <a:xfrm flipV="1">
            <a:off x="3079024" y="3672581"/>
            <a:ext cx="0" cy="1251844"/>
          </a:xfrm>
          <a:prstGeom prst="straightConnector1">
            <a:avLst/>
          </a:prstGeom>
          <a:ln w="76200">
            <a:solidFill>
              <a:srgbClr val="A8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2" descr="Президентский физико-математический лицей №239 | Лекториум">
            <a:extLst>
              <a:ext uri="{FF2B5EF4-FFF2-40B4-BE49-F238E27FC236}">
                <a16:creationId xmlns:a16="http://schemas.microsoft.com/office/drawing/2014/main" id="{F8AC7CF2-12BF-D559-5A39-C022B9245D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347" y="-334648"/>
            <a:ext cx="1237198" cy="174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Овал 2">
            <a:extLst>
              <a:ext uri="{FF2B5EF4-FFF2-40B4-BE49-F238E27FC236}">
                <a16:creationId xmlns:a16="http://schemas.microsoft.com/office/drawing/2014/main" id="{22AB26AD-A915-561A-9FC9-CE7081BDC26D}"/>
              </a:ext>
            </a:extLst>
          </p:cNvPr>
          <p:cNvSpPr/>
          <p:nvPr/>
        </p:nvSpPr>
        <p:spPr>
          <a:xfrm>
            <a:off x="9302164" y="-1063878"/>
            <a:ext cx="3344954" cy="3199696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 descr="Изображение выглядит как колесо, транспортное средство, Наземный транспорт, Игрушечный транспор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34A7F64-0C82-EB3D-B096-81DF9148762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929" b="25561"/>
          <a:stretch/>
        </p:blipFill>
        <p:spPr>
          <a:xfrm>
            <a:off x="8387151" y="-1179924"/>
            <a:ext cx="3912279" cy="3070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411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5DBCA87-DF4F-BC65-EC96-062DC3F212A2}"/>
              </a:ext>
            </a:extLst>
          </p:cNvPr>
          <p:cNvSpPr/>
          <p:nvPr/>
        </p:nvSpPr>
        <p:spPr>
          <a:xfrm>
            <a:off x="-125361" y="-169606"/>
            <a:ext cx="12668864" cy="1231490"/>
          </a:xfrm>
          <a:prstGeom prst="rect">
            <a:avLst/>
          </a:prstGeom>
          <a:solidFill>
            <a:srgbClr val="A8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72AC0B-1015-2B25-AE53-13D9231F9A51}"/>
              </a:ext>
            </a:extLst>
          </p:cNvPr>
          <p:cNvSpPr txBox="1"/>
          <p:nvPr/>
        </p:nvSpPr>
        <p:spPr>
          <a:xfrm>
            <a:off x="110230" y="1091010"/>
            <a:ext cx="62249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Программное обеспечение для </a:t>
            </a:r>
            <a:r>
              <a:rPr lang="en-US" sz="2400" dirty="0"/>
              <a:t>Raspberry</a:t>
            </a:r>
            <a:endParaRPr lang="ru-RU" sz="24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0F210E8-0ABD-F8A6-D466-6AFA43CD09F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45" t="35191" r="32054" b="-1"/>
          <a:stretch/>
        </p:blipFill>
        <p:spPr>
          <a:xfrm>
            <a:off x="9392078" y="2796630"/>
            <a:ext cx="2664103" cy="26347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0666497-B4EE-2D9C-A2D6-70964141291C}"/>
              </a:ext>
            </a:extLst>
          </p:cNvPr>
          <p:cNvSpPr txBox="1"/>
          <p:nvPr/>
        </p:nvSpPr>
        <p:spPr>
          <a:xfrm>
            <a:off x="10001767" y="4163198"/>
            <a:ext cx="873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Robot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B407E8-31BC-4DC3-18F9-281B9AA18ECC}"/>
              </a:ext>
            </a:extLst>
          </p:cNvPr>
          <p:cNvSpPr txBox="1"/>
          <p:nvPr/>
        </p:nvSpPr>
        <p:spPr>
          <a:xfrm>
            <a:off x="11635171" y="4250291"/>
            <a:ext cx="294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2FCA65-A2B7-8CF7-F2B2-4079AE3D7EBC}"/>
              </a:ext>
            </a:extLst>
          </p:cNvPr>
          <p:cNvSpPr txBox="1"/>
          <p:nvPr/>
        </p:nvSpPr>
        <p:spPr>
          <a:xfrm>
            <a:off x="10919790" y="4225492"/>
            <a:ext cx="294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D49FD5-4B0A-89BB-36DC-FCE803A30BFA}"/>
              </a:ext>
            </a:extLst>
          </p:cNvPr>
          <p:cNvSpPr txBox="1"/>
          <p:nvPr/>
        </p:nvSpPr>
        <p:spPr>
          <a:xfrm>
            <a:off x="10916167" y="3590862"/>
            <a:ext cx="294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5136E8-EBDF-8FA0-6858-DE3B0B3CE936}"/>
              </a:ext>
            </a:extLst>
          </p:cNvPr>
          <p:cNvSpPr txBox="1"/>
          <p:nvPr/>
        </p:nvSpPr>
        <p:spPr>
          <a:xfrm>
            <a:off x="10251123" y="3590862"/>
            <a:ext cx="294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endParaRPr lang="ru-R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F232B4-F17D-1FC0-BB69-892D9BBB21B0}"/>
              </a:ext>
            </a:extLst>
          </p:cNvPr>
          <p:cNvSpPr txBox="1"/>
          <p:nvPr/>
        </p:nvSpPr>
        <p:spPr>
          <a:xfrm>
            <a:off x="10919790" y="4972186"/>
            <a:ext cx="294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endParaRPr lang="ru-RU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F78A73-E70A-5633-3614-45704C86D873}"/>
              </a:ext>
            </a:extLst>
          </p:cNvPr>
          <p:cNvSpPr txBox="1"/>
          <p:nvPr/>
        </p:nvSpPr>
        <p:spPr>
          <a:xfrm>
            <a:off x="11618687" y="3554937"/>
            <a:ext cx="294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  <a:endParaRPr lang="ru-RU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2073B2-76EC-F145-F056-4C7EFBB0CC1E}"/>
              </a:ext>
            </a:extLst>
          </p:cNvPr>
          <p:cNvSpPr txBox="1"/>
          <p:nvPr/>
        </p:nvSpPr>
        <p:spPr>
          <a:xfrm>
            <a:off x="9616196" y="4967024"/>
            <a:ext cx="294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  <a:endParaRPr lang="ru-RU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D7FBFC-46D6-3940-BC88-3D46974D5DD4}"/>
              </a:ext>
            </a:extLst>
          </p:cNvPr>
          <p:cNvSpPr txBox="1"/>
          <p:nvPr/>
        </p:nvSpPr>
        <p:spPr>
          <a:xfrm>
            <a:off x="9616196" y="4250291"/>
            <a:ext cx="294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  <a:endParaRPr lang="ru-RU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D8A326-DB7D-4E83-2EF4-E118C66FEF3B}"/>
              </a:ext>
            </a:extLst>
          </p:cNvPr>
          <p:cNvSpPr txBox="1"/>
          <p:nvPr/>
        </p:nvSpPr>
        <p:spPr>
          <a:xfrm>
            <a:off x="9622571" y="3590862"/>
            <a:ext cx="294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  <a:endParaRPr lang="ru-RU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592891-F44F-BA09-A8E9-454BAEF45C6D}"/>
              </a:ext>
            </a:extLst>
          </p:cNvPr>
          <p:cNvSpPr txBox="1"/>
          <p:nvPr/>
        </p:nvSpPr>
        <p:spPr>
          <a:xfrm>
            <a:off x="10251123" y="4962625"/>
            <a:ext cx="294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  <a:endParaRPr lang="ru-RU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767080C-74DF-701B-C82D-5E6DB57EA8EE}"/>
              </a:ext>
            </a:extLst>
          </p:cNvPr>
          <p:cNvSpPr txBox="1"/>
          <p:nvPr/>
        </p:nvSpPr>
        <p:spPr>
          <a:xfrm>
            <a:off x="11618687" y="2859583"/>
            <a:ext cx="294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  <a:endParaRPr lang="ru-RU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205D067-1A84-64AD-86D1-646057CE7601}"/>
              </a:ext>
            </a:extLst>
          </p:cNvPr>
          <p:cNvSpPr txBox="1"/>
          <p:nvPr/>
        </p:nvSpPr>
        <p:spPr>
          <a:xfrm>
            <a:off x="10916167" y="2845222"/>
            <a:ext cx="294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  <a:endParaRPr lang="ru-RU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AC18336-6EE3-39EA-A946-1441E2476E37}"/>
              </a:ext>
            </a:extLst>
          </p:cNvPr>
          <p:cNvSpPr txBox="1"/>
          <p:nvPr/>
        </p:nvSpPr>
        <p:spPr>
          <a:xfrm>
            <a:off x="10251123" y="2820885"/>
            <a:ext cx="294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  <a:endParaRPr lang="ru-RU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99C5A68-67A2-BA32-A20E-51E9861F5174}"/>
              </a:ext>
            </a:extLst>
          </p:cNvPr>
          <p:cNvSpPr txBox="1"/>
          <p:nvPr/>
        </p:nvSpPr>
        <p:spPr>
          <a:xfrm>
            <a:off x="9578503" y="2846001"/>
            <a:ext cx="294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28" name="Рисунок 27" descr="Изображение выглядит как текст, доска, стена, в помещении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5BF28C3C-9B83-CCED-C534-39BE12073E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6550" y="2965155"/>
            <a:ext cx="3489530" cy="1971767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DA9E2762-2DC3-29B0-F0B9-1591FBD06FA1}"/>
              </a:ext>
            </a:extLst>
          </p:cNvPr>
          <p:cNvSpPr txBox="1"/>
          <p:nvPr/>
        </p:nvSpPr>
        <p:spPr>
          <a:xfrm>
            <a:off x="4916651" y="3005978"/>
            <a:ext cx="14073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U   0,757</a:t>
            </a:r>
          </a:p>
          <a:p>
            <a:r>
              <a:rPr lang="en-US" sz="2400" dirty="0"/>
              <a:t>H   0,2</a:t>
            </a:r>
          </a:p>
          <a:p>
            <a:r>
              <a:rPr lang="en-US" sz="2400" dirty="0"/>
              <a:t>Yell 0, 11</a:t>
            </a:r>
            <a:endParaRPr lang="ru-RU" sz="2400" dirty="0"/>
          </a:p>
        </p:txBody>
      </p:sp>
      <p:pic>
        <p:nvPicPr>
          <p:cNvPr id="31" name="Рисунок 30" descr="Изображение выглядит как текст, снимок экрана, диаграмма, прямоугольны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A3765361-31B8-43A1-82EF-F54187DF8C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912" y="1644828"/>
            <a:ext cx="2915360" cy="2186519"/>
          </a:xfrm>
          <a:prstGeom prst="rect">
            <a:avLst/>
          </a:prstGeom>
        </p:spPr>
      </p:pic>
      <p:pic>
        <p:nvPicPr>
          <p:cNvPr id="33" name="Рисунок 32" descr="Изображение выглядит как Прямоугольник, Бумажное изделие, дизайн, коробк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8FB3A83A-80A9-3386-AD9F-2D5F944099D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77" y="3976316"/>
            <a:ext cx="2746670" cy="2746670"/>
          </a:xfrm>
          <a:prstGeom prst="rect">
            <a:avLst/>
          </a:prstGeom>
        </p:spPr>
      </p:pic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8E1626AC-1397-5199-37D7-EE7C6AC013A7}"/>
              </a:ext>
            </a:extLst>
          </p:cNvPr>
          <p:cNvCxnSpPr>
            <a:cxnSpLocks/>
          </p:cNvCxnSpPr>
          <p:nvPr/>
        </p:nvCxnSpPr>
        <p:spPr>
          <a:xfrm>
            <a:off x="3387777" y="3977315"/>
            <a:ext cx="1380989" cy="0"/>
          </a:xfrm>
          <a:prstGeom prst="straightConnector1">
            <a:avLst/>
          </a:prstGeom>
          <a:ln w="76200">
            <a:solidFill>
              <a:srgbClr val="A8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CC4B2D32-5D42-F0FC-4C9C-A0591BA7423A}"/>
              </a:ext>
            </a:extLst>
          </p:cNvPr>
          <p:cNvCxnSpPr/>
          <p:nvPr/>
        </p:nvCxnSpPr>
        <p:spPr>
          <a:xfrm>
            <a:off x="3290341" y="1735900"/>
            <a:ext cx="0" cy="4913284"/>
          </a:xfrm>
          <a:prstGeom prst="line">
            <a:avLst/>
          </a:prstGeom>
          <a:ln w="57150">
            <a:solidFill>
              <a:srgbClr val="A8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id="{95D85FF1-8101-808A-E17F-45AE390639E8}"/>
              </a:ext>
            </a:extLst>
          </p:cNvPr>
          <p:cNvCxnSpPr/>
          <p:nvPr/>
        </p:nvCxnSpPr>
        <p:spPr>
          <a:xfrm>
            <a:off x="8686800" y="749508"/>
            <a:ext cx="52466" cy="6423285"/>
          </a:xfrm>
          <a:prstGeom prst="line">
            <a:avLst/>
          </a:prstGeom>
          <a:ln w="57150">
            <a:solidFill>
              <a:srgbClr val="A8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2A33E13-2C19-8122-2161-996CDCE0DA1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05201" y="5660122"/>
            <a:ext cx="2382265" cy="748643"/>
          </a:xfrm>
          <a:prstGeom prst="rect">
            <a:avLst/>
          </a:prstGeom>
        </p:spPr>
      </p:pic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92BC57D-B65C-5462-BEFB-9A15D28ACCDA}"/>
              </a:ext>
            </a:extLst>
          </p:cNvPr>
          <p:cNvCxnSpPr>
            <a:cxnSpLocks/>
          </p:cNvCxnSpPr>
          <p:nvPr/>
        </p:nvCxnSpPr>
        <p:spPr>
          <a:xfrm flipH="1">
            <a:off x="3286425" y="5331957"/>
            <a:ext cx="5426608" cy="0"/>
          </a:xfrm>
          <a:prstGeom prst="line">
            <a:avLst/>
          </a:prstGeom>
          <a:ln w="57150">
            <a:solidFill>
              <a:srgbClr val="A8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62068992-B466-E445-F68D-B303B27F2FEF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893" t="8005" r="10916" b="8942"/>
          <a:stretch/>
        </p:blipFill>
        <p:spPr>
          <a:xfrm>
            <a:off x="6102325" y="5478146"/>
            <a:ext cx="2314729" cy="1161030"/>
          </a:xfrm>
          <a:prstGeom prst="rect">
            <a:avLst/>
          </a:prstGeom>
        </p:spPr>
      </p:pic>
      <p:pic>
        <p:nvPicPr>
          <p:cNvPr id="2" name="Picture 2" descr="Президентский физико-математический лицей №239 | Лекториум">
            <a:extLst>
              <a:ext uri="{FF2B5EF4-FFF2-40B4-BE49-F238E27FC236}">
                <a16:creationId xmlns:a16="http://schemas.microsoft.com/office/drawing/2014/main" id="{CDF5D285-FED2-89B1-486A-4DF648A0A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347" y="-334648"/>
            <a:ext cx="1237198" cy="174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Овал 13">
            <a:extLst>
              <a:ext uri="{FF2B5EF4-FFF2-40B4-BE49-F238E27FC236}">
                <a16:creationId xmlns:a16="http://schemas.microsoft.com/office/drawing/2014/main" id="{AFB19CF3-94C8-328C-E7F2-C2638535FFDB}"/>
              </a:ext>
            </a:extLst>
          </p:cNvPr>
          <p:cNvSpPr/>
          <p:nvPr/>
        </p:nvSpPr>
        <p:spPr>
          <a:xfrm>
            <a:off x="9302164" y="-1063878"/>
            <a:ext cx="3344954" cy="3199696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5" name="Рисунок 14" descr="Изображение выглядит как колесо, транспортное средство, Наземный транспорт, Игрушечный транспор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29AC6906-C355-9A3B-E962-081C205079D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929" b="25561"/>
          <a:stretch/>
        </p:blipFill>
        <p:spPr>
          <a:xfrm>
            <a:off x="8387151" y="-1179924"/>
            <a:ext cx="3912279" cy="3070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498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973F4132-CDD0-A841-E437-6057E21B64DA}"/>
              </a:ext>
            </a:extLst>
          </p:cNvPr>
          <p:cNvSpPr/>
          <p:nvPr/>
        </p:nvSpPr>
        <p:spPr>
          <a:xfrm>
            <a:off x="3143250" y="2057400"/>
            <a:ext cx="5876925" cy="1066800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A8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5DBCA87-DF4F-BC65-EC96-062DC3F212A2}"/>
              </a:ext>
            </a:extLst>
          </p:cNvPr>
          <p:cNvSpPr/>
          <p:nvPr/>
        </p:nvSpPr>
        <p:spPr>
          <a:xfrm>
            <a:off x="-125361" y="-169606"/>
            <a:ext cx="12668864" cy="1231490"/>
          </a:xfrm>
          <a:prstGeom prst="rect">
            <a:avLst/>
          </a:prstGeom>
          <a:solidFill>
            <a:srgbClr val="A8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C97A1DE8-C1F7-D0F9-20EE-82885D58A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1374" y="1933575"/>
            <a:ext cx="5504767" cy="1333500"/>
          </a:xfrm>
        </p:spPr>
        <p:txBody>
          <a:bodyPr>
            <a:normAutofit/>
          </a:bodyPr>
          <a:lstStyle/>
          <a:p>
            <a:r>
              <a:rPr lang="ru-RU" dirty="0"/>
              <a:t>Спасибо за внимание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7AC4BBF-6B59-BA1A-DE0A-9039999C31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0050" y="4124324"/>
            <a:ext cx="11392511" cy="2276475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ru-RU" dirty="0"/>
              <a:t>Участники</a:t>
            </a:r>
            <a:r>
              <a:rPr lang="en-US" dirty="0"/>
              <a:t>: </a:t>
            </a:r>
            <a:endParaRPr lang="ru-RU" dirty="0"/>
          </a:p>
          <a:p>
            <a:pPr marL="0" indent="0" algn="ctr">
              <a:buNone/>
            </a:pPr>
            <a:r>
              <a:rPr lang="ru-RU" dirty="0"/>
              <a:t>Лев Гарин, Каверзнев Дмитрий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Преподаватели</a:t>
            </a:r>
            <a:r>
              <a:rPr lang="en-US" dirty="0"/>
              <a:t>: </a:t>
            </a:r>
            <a:endParaRPr lang="ru-RU" dirty="0"/>
          </a:p>
          <a:p>
            <a:pPr marL="0" indent="0" algn="ctr">
              <a:buNone/>
            </a:pPr>
            <a:r>
              <a:rPr lang="ru-RU" dirty="0"/>
              <a:t>Мерзлякова Юлия Игоревна, </a:t>
            </a:r>
          </a:p>
          <a:p>
            <a:pPr marL="0" indent="0" algn="ctr">
              <a:buNone/>
            </a:pPr>
            <a:r>
              <a:rPr lang="ru-RU" dirty="0"/>
              <a:t>Викторов Борис Викторевич</a:t>
            </a:r>
          </a:p>
        </p:txBody>
      </p:sp>
      <p:pic>
        <p:nvPicPr>
          <p:cNvPr id="5" name="Picture 2" descr="Президентский физико-математический лицей №239 | Лекториум">
            <a:extLst>
              <a:ext uri="{FF2B5EF4-FFF2-40B4-BE49-F238E27FC236}">
                <a16:creationId xmlns:a16="http://schemas.microsoft.com/office/drawing/2014/main" id="{CA8AFB1F-ACCA-812A-4062-1C38B44E37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7401" y="-417273"/>
            <a:ext cx="1237198" cy="174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097145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1048</TotalTime>
  <Words>761</Words>
  <Application>Microsoft Office PowerPoint</Application>
  <PresentationFormat>Широкоэкранный</PresentationFormat>
  <Paragraphs>84</Paragraphs>
  <Slides>10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Roboto</vt:lpstr>
      <vt:lpstr>Тема Office</vt:lpstr>
      <vt:lpstr>Создание робота для исследования лабиринта с препятствиями и маркерами </vt:lpstr>
      <vt:lpstr>Экстремальная робототехника</vt:lpstr>
      <vt:lpstr>Схожесть с реальной ситуацией</vt:lpstr>
      <vt:lpstr>Презентация PowerPoint</vt:lpstr>
      <vt:lpstr>Задача</vt:lpstr>
      <vt:lpstr>Разработка конструкции</vt:lpstr>
      <vt:lpstr>Собственные колёса  До                                                      После</vt:lpstr>
      <vt:lpstr>Программное обеспечение для Arduino</vt:lpstr>
      <vt:lpstr>Презентация PowerPoint</vt:lpstr>
      <vt:lpstr>Спасибо за внимание</vt:lpstr>
    </vt:vector>
  </TitlesOfParts>
  <Company>LightKey.Store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Lev Garin</dc:creator>
  <cp:lastModifiedBy>Lev Garin</cp:lastModifiedBy>
  <cp:revision>2</cp:revision>
  <dcterms:created xsi:type="dcterms:W3CDTF">2026-05-03T13:16:17Z</dcterms:created>
  <dcterms:modified xsi:type="dcterms:W3CDTF">2026-05-04T22:30:04Z</dcterms:modified>
</cp:coreProperties>
</file>